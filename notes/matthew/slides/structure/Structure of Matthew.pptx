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27" r:id="rId3"/>
    <p:sldId id="340" r:id="rId4"/>
    <p:sldId id="336" r:id="rId5"/>
    <p:sldId id="341" r:id="rId6"/>
    <p:sldId id="337" r:id="rId7"/>
    <p:sldId id="342" r:id="rId8"/>
    <p:sldId id="338" r:id="rId9"/>
    <p:sldId id="343" r:id="rId10"/>
    <p:sldId id="339" r:id="rId11"/>
    <p:sldId id="344" r:id="rId12"/>
    <p:sldId id="284" r:id="rId13"/>
    <p:sldId id="286" r:id="rId14"/>
    <p:sldId id="287" r:id="rId15"/>
    <p:sldId id="291" r:id="rId16"/>
    <p:sldId id="305" r:id="rId17"/>
    <p:sldId id="301" r:id="rId18"/>
    <p:sldId id="30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18"/>
    <p:restoredTop sz="94676"/>
  </p:normalViewPr>
  <p:slideViewPr>
    <p:cSldViewPr snapToGrid="0" showGuides="1">
      <p:cViewPr varScale="1">
        <p:scale>
          <a:sx n="100" d="100"/>
          <a:sy n="100" d="100"/>
        </p:scale>
        <p:origin x="160" y="3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2764D6-72AF-0F4A-A3C1-64CAE0266C7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760DFB-4373-1A46-84FE-345B0E2E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79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EEB0D-D8B9-BA73-3791-64448A483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3B130-C307-A0C5-2A82-C220D0179A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C438D-0BE7-BE62-AAE9-9FD27187E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D3323-DA1B-234B-92C8-FBFB7DCDB9B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11969-709A-0BB7-FB5B-A53587D5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9F8C3-BD0B-D5E5-2EC8-53167AD9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9CDD-CA13-2646-9BB5-AFFACE06E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0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DDB0-669B-8C71-875D-E4279B428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5CCDC-5DB9-2728-3F71-D058D861C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FBF6C-4800-E810-8A73-D46EEACA0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D3323-DA1B-234B-92C8-FBFB7DCDB9B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00042-E9E2-4F39-3735-C54CCFA0D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9E52F-E876-202C-2E7F-74C3FC9C6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9CDD-CA13-2646-9BB5-AFFACE06E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55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D557B-10C1-CED7-C3A6-60EB5AD3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8BD8E-6103-0715-CB77-987FB56BE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B1FA2-324E-44F3-A24B-FD8D74C2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D3323-DA1B-234B-92C8-FBFB7DCDB9B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C5A62-AE1A-C4F2-A65D-0796A48BF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5A73B-6D2F-3DDE-8423-F21AEA66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9CDD-CA13-2646-9BB5-AFFACE06E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5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F785-466A-ACDC-E115-3A4E6DEA2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51B10-67D1-83F9-F669-1782E71B2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39290-3AC4-2570-E5C7-EBD92748E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B11F0-CE31-ED35-245A-0C9BD44F1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D3323-DA1B-234B-92C8-FBFB7DCDB9B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2F4E2-3534-6EF3-FF28-0E32D174F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34943-C4E8-F3F2-A63C-B25B72E4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9CDD-CA13-2646-9BB5-AFFACE06E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10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43D3D-4765-9EA3-0A96-EC6BF2729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2EFE2-D242-5D8F-899B-B11AD0B90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E9BFC-B955-0AA9-1975-D206F5863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B77293-83B7-67E1-93DB-187C45DEF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D76F2-65AA-5917-DA90-3252E21EC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5FF793-B443-53DA-938A-7787C7A79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D3323-DA1B-234B-92C8-FBFB7DCDB9B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B5B559-14E8-EDAA-1C8C-B1D50318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EB0D6D-CEDF-ED1B-08A3-C4C258AC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9CDD-CA13-2646-9BB5-AFFACE06E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5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1456-8468-C290-2DF1-C523DA43B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2CB2A-3C2C-D662-124A-85082400E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D3323-DA1B-234B-92C8-FBFB7DCDB9B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6875B-281C-F158-87DA-0A4DC33F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DAED11-FE34-878A-0E47-D5D4D055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9CDD-CA13-2646-9BB5-AFFACE06E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DCB9FC-92D6-FB82-0448-63C5E93E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D3323-DA1B-234B-92C8-FBFB7DCDB9B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82147B-4788-FF7D-3DE4-602931C1C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AAAE-7AF3-69ED-6925-8BECA244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9CDD-CA13-2646-9BB5-AFFACE06E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1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FCD0-52F2-93B1-782C-802D969A8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34578-540D-8C29-3EAF-906D656B9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FB987-253B-45C4-5453-90914EB65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1D172-74F2-DEB4-B5E9-3B322CF24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D3323-DA1B-234B-92C8-FBFB7DCDB9B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30A51-5CC3-756A-2B61-82713131D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A353F-19F7-633C-2121-75744EF9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9CDD-CA13-2646-9BB5-AFFACE06E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0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7A39-1381-462A-D5DD-E5DAF4757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45BBB-9170-B6CC-044E-D57F42F8D7F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35978-F6D4-816B-B804-B69DB6CA9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F69DD-00C2-274C-E00B-8CEEF81A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D3323-DA1B-234B-92C8-FBFB7DCDB9B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BD79B-7D82-06AA-1CF2-311095AF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746E5-50CC-D5EF-0125-C658A96D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9CDD-CA13-2646-9BB5-AFFACE06E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0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8D274-C39F-EB74-6365-75E495882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6CF70-58B8-1042-818C-C07997431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31A71-1374-242F-08BE-C20D699A2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D3323-DA1B-234B-92C8-FBFB7DCDB9B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E4D47-D03E-7E4B-AC63-DF7B82EBC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24A51-1E15-9969-49CA-0E470DAC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9CDD-CA13-2646-9BB5-AFFACE06E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80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CEC3CA-11E3-AF7A-4531-6A99C543C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61974-C9E6-385B-BCD6-2C960EE8C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98D49-F841-1184-09B5-6B6A87CA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D3323-DA1B-234B-92C8-FBFB7DCDB9B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0A5C9-B37A-0D94-14E2-1C05BCF5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1C5C2-8160-229E-D246-1F959F9F6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39CDD-CA13-2646-9BB5-AFFACE06E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11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DD9F2-919E-702E-7508-3756E847A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47177-0930-2386-20DE-C63CBDD58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41755-53B1-7C62-D684-F8152CF35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5D3323-DA1B-234B-92C8-FBFB7DCDB9BB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9E836-B475-3A0D-C5D7-849C43ED2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74C35-72BE-702D-114B-DFAA340F8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39CDD-CA13-2646-9BB5-AFFACE06E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8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8761-56B8-7544-EA47-7AD335AF77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 of Matthew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53F65-EC70-43E7-7FA9-D2EAB6715B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Overview of Matthew (2026)</a:t>
            </a:r>
          </a:p>
        </p:txBody>
      </p:sp>
    </p:spTree>
    <p:extLst>
      <p:ext uri="{BB962C8B-B14F-4D97-AF65-F5344CB8AC3E}">
        <p14:creationId xmlns:p14="http://schemas.microsoft.com/office/powerpoint/2010/main" val="35735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92A8D-2661-6267-E0F2-171442E1F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!!Ch1_Chapter"/>
          <p:cNvSpPr txBox="1"/>
          <p:nvPr/>
        </p:nvSpPr>
        <p:spPr>
          <a:xfrm>
            <a:off x="929640" y="698500"/>
            <a:ext cx="2400144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Chapter 1</a:t>
            </a:r>
          </a:p>
        </p:txBody>
      </p:sp>
      <p:sp>
        <p:nvSpPr>
          <p:cNvPr id="201" name="!!Ch1_Equals"/>
          <p:cNvSpPr txBox="1"/>
          <p:nvPr/>
        </p:nvSpPr>
        <p:spPr>
          <a:xfrm>
            <a:off x="3469483" y="698500"/>
            <a:ext cx="304800" cy="67310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=</a:t>
            </a:r>
          </a:p>
        </p:txBody>
      </p:sp>
      <p:sp>
        <p:nvSpPr>
          <p:cNvPr id="202" name="!!Ch1_Book"/>
          <p:cNvSpPr txBox="1"/>
          <p:nvPr/>
        </p:nvSpPr>
        <p:spPr>
          <a:xfrm>
            <a:off x="3913983" y="698500"/>
            <a:ext cx="198612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Genesis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3A8E0-204C-B2CA-0A07-045B01C3B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“Genesis” of Jesus (1:1)</a:t>
            </a:r>
          </a:p>
          <a:p>
            <a:r>
              <a:rPr lang="en-US" sz="4000" dirty="0">
                <a:solidFill>
                  <a:schemeClr val="bg1"/>
                </a:solidFill>
              </a:rPr>
              <a:t>Genealogy</a:t>
            </a:r>
          </a:p>
        </p:txBody>
      </p:sp>
    </p:spTree>
    <p:extLst>
      <p:ext uri="{BB962C8B-B14F-4D97-AF65-F5344CB8AC3E}">
        <p14:creationId xmlns:p14="http://schemas.microsoft.com/office/powerpoint/2010/main" val="3350863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F38C8-B1FA-E064-2924-52A9EDC2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CDB83-926F-02D6-B683-906D47A43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 of Matthew</a:t>
            </a:r>
          </a:p>
        </p:txBody>
      </p:sp>
      <p:sp>
        <p:nvSpPr>
          <p:cNvPr id="4" name="!!Ch1_Chapter">
            <a:extLst>
              <a:ext uri="{FF2B5EF4-FFF2-40B4-BE49-F238E27FC236}">
                <a16:creationId xmlns:a16="http://schemas.microsoft.com/office/drawing/2014/main" id="{3385ABED-867A-CA76-3246-1D3A7E3C5FD0}"/>
              </a:ext>
            </a:extLst>
          </p:cNvPr>
          <p:cNvSpPr txBox="1"/>
          <p:nvPr/>
        </p:nvSpPr>
        <p:spPr>
          <a:xfrm>
            <a:off x="55363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1</a:t>
            </a:r>
          </a:p>
        </p:txBody>
      </p:sp>
      <p:sp>
        <p:nvSpPr>
          <p:cNvPr id="5" name="!!Ch1_Book">
            <a:extLst>
              <a:ext uri="{FF2B5EF4-FFF2-40B4-BE49-F238E27FC236}">
                <a16:creationId xmlns:a16="http://schemas.microsoft.com/office/drawing/2014/main" id="{D0E23DD1-EDF9-BDE7-5EA9-EB1AEBB1BCC9}"/>
              </a:ext>
            </a:extLst>
          </p:cNvPr>
          <p:cNvSpPr txBox="1"/>
          <p:nvPr/>
        </p:nvSpPr>
        <p:spPr>
          <a:xfrm>
            <a:off x="-118257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Genesis</a:t>
            </a:r>
          </a:p>
        </p:txBody>
      </p:sp>
      <p:sp>
        <p:nvSpPr>
          <p:cNvPr id="6" name="!!Ch2_Chapter">
            <a:extLst>
              <a:ext uri="{FF2B5EF4-FFF2-40B4-BE49-F238E27FC236}">
                <a16:creationId xmlns:a16="http://schemas.microsoft.com/office/drawing/2014/main" id="{3385ABED-867A-CA76-3246-1D3A7E3C5FD0}"/>
              </a:ext>
            </a:extLst>
          </p:cNvPr>
          <p:cNvSpPr txBox="1"/>
          <p:nvPr/>
        </p:nvSpPr>
        <p:spPr>
          <a:xfrm>
            <a:off x="2425700" y="27178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2</a:t>
            </a:r>
          </a:p>
        </p:txBody>
      </p:sp>
      <p:sp>
        <p:nvSpPr>
          <p:cNvPr id="7" name="!!Ch2_Book">
            <a:extLst>
              <a:ext uri="{FF2B5EF4-FFF2-40B4-BE49-F238E27FC236}">
                <a16:creationId xmlns:a16="http://schemas.microsoft.com/office/drawing/2014/main" id="{D0E23DD1-EDF9-BDE7-5EA9-EB1AEBB1BCC9}"/>
              </a:ext>
            </a:extLst>
          </p:cNvPr>
          <p:cNvSpPr txBox="1"/>
          <p:nvPr/>
        </p:nvSpPr>
        <p:spPr>
          <a:xfrm>
            <a:off x="2171700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Exodus</a:t>
            </a:r>
          </a:p>
        </p:txBody>
      </p:sp>
      <p:sp>
        <p:nvSpPr>
          <p:cNvPr id="8" name="!!Ch1_Equals"/>
          <p:cNvSpPr txBox="1"/>
          <p:nvPr/>
        </p:nvSpPr>
        <p:spPr>
          <a:xfrm>
            <a:off x="-270657" y="2757557"/>
            <a:ext cx="304800" cy="635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4000" dirty="0">
                <a:solidFill>
                  <a:srgbClr val="FFFFFF">
                    <a:alpha val="0"/>
                  </a:srgbClr>
                </a:solidFill>
                <a:latin typeface="Aptos" panose="02110004020202020204"/>
              </a:rPr>
              <a:t>=</a:t>
            </a:r>
          </a:p>
        </p:txBody>
      </p:sp>
      <p:sp>
        <p:nvSpPr>
          <p:cNvPr id="9" name="!!Ch2_Equals"/>
          <p:cNvSpPr txBox="1"/>
          <p:nvPr/>
        </p:nvSpPr>
        <p:spPr>
          <a:xfrm>
            <a:off x="2019300" y="2755900"/>
            <a:ext cx="304800" cy="635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4000" dirty="0">
                <a:solidFill>
                  <a:srgbClr val="FFFFFF">
                    <a:alpha val="0"/>
                  </a:srgbClr>
                </a:solidFill>
                <a:latin typeface="Aptos" panose="02110004020202020204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712859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EFB5-D651-80F7-55FD-32B891B3C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!!Ch2_Chapter"/>
          <p:cNvSpPr txBox="1"/>
          <p:nvPr/>
        </p:nvSpPr>
        <p:spPr>
          <a:xfrm>
            <a:off x="929640" y="698500"/>
            <a:ext cx="2400144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Chapter 2</a:t>
            </a:r>
          </a:p>
        </p:txBody>
      </p:sp>
      <p:sp>
        <p:nvSpPr>
          <p:cNvPr id="201" name="!!Ch2_Equals"/>
          <p:cNvSpPr txBox="1"/>
          <p:nvPr/>
        </p:nvSpPr>
        <p:spPr>
          <a:xfrm>
            <a:off x="3469483" y="698500"/>
            <a:ext cx="304800" cy="67310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=</a:t>
            </a:r>
          </a:p>
        </p:txBody>
      </p:sp>
      <p:sp>
        <p:nvSpPr>
          <p:cNvPr id="202" name="!!Ch2_Book"/>
          <p:cNvSpPr txBox="1"/>
          <p:nvPr/>
        </p:nvSpPr>
        <p:spPr>
          <a:xfrm>
            <a:off x="3913983" y="698500"/>
            <a:ext cx="1828800" cy="67310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Exodus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CD76D-8D56-8505-6E04-E5187F0C5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2:15</a:t>
            </a:r>
          </a:p>
          <a:p>
            <a:r>
              <a:rPr lang="en-US" sz="4000" dirty="0">
                <a:solidFill>
                  <a:schemeClr val="bg1"/>
                </a:solidFill>
              </a:rPr>
              <a:t>Herod kills male children 2 years old and under</a:t>
            </a:r>
          </a:p>
        </p:txBody>
      </p:sp>
    </p:spTree>
    <p:extLst>
      <p:ext uri="{BB962C8B-B14F-4D97-AF65-F5344CB8AC3E}">
        <p14:creationId xmlns:p14="http://schemas.microsoft.com/office/powerpoint/2010/main" val="2325667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B5281-1953-4A93-5538-899086D59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B5CAB-E897-46E4-7DD1-DBBDE5738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 of Matthew</a:t>
            </a:r>
          </a:p>
        </p:txBody>
      </p:sp>
      <p:sp>
        <p:nvSpPr>
          <p:cNvPr id="4" name="!!Ch1_Chapter">
            <a:extLst>
              <a:ext uri="{FF2B5EF4-FFF2-40B4-BE49-F238E27FC236}">
                <a16:creationId xmlns:a16="http://schemas.microsoft.com/office/drawing/2014/main" id="{F940CE11-177F-0913-DAA4-A178510F6A2B}"/>
              </a:ext>
            </a:extLst>
          </p:cNvPr>
          <p:cNvSpPr txBox="1"/>
          <p:nvPr/>
        </p:nvSpPr>
        <p:spPr>
          <a:xfrm>
            <a:off x="55363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1</a:t>
            </a:r>
          </a:p>
        </p:txBody>
      </p:sp>
      <p:sp>
        <p:nvSpPr>
          <p:cNvPr id="5" name="!!Ch1_Book">
            <a:extLst>
              <a:ext uri="{FF2B5EF4-FFF2-40B4-BE49-F238E27FC236}">
                <a16:creationId xmlns:a16="http://schemas.microsoft.com/office/drawing/2014/main" id="{38B05007-DED5-1520-9DE2-0BBBB4B31EFD}"/>
              </a:ext>
            </a:extLst>
          </p:cNvPr>
          <p:cNvSpPr txBox="1"/>
          <p:nvPr/>
        </p:nvSpPr>
        <p:spPr>
          <a:xfrm>
            <a:off x="-118257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Genesis</a:t>
            </a:r>
          </a:p>
        </p:txBody>
      </p:sp>
      <p:sp>
        <p:nvSpPr>
          <p:cNvPr id="6" name="!!Ch2_Chapter">
            <a:extLst>
              <a:ext uri="{FF2B5EF4-FFF2-40B4-BE49-F238E27FC236}">
                <a16:creationId xmlns:a16="http://schemas.microsoft.com/office/drawing/2014/main" id="{9D9FC98B-1515-C427-68BB-DD235E3021DC}"/>
              </a:ext>
            </a:extLst>
          </p:cNvPr>
          <p:cNvSpPr txBox="1"/>
          <p:nvPr/>
        </p:nvSpPr>
        <p:spPr>
          <a:xfrm>
            <a:off x="2428173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2</a:t>
            </a:r>
          </a:p>
        </p:txBody>
      </p:sp>
      <p:sp>
        <p:nvSpPr>
          <p:cNvPr id="7" name="!!Ch2_Book">
            <a:extLst>
              <a:ext uri="{FF2B5EF4-FFF2-40B4-BE49-F238E27FC236}">
                <a16:creationId xmlns:a16="http://schemas.microsoft.com/office/drawing/2014/main" id="{23BB3C38-7C3D-9CB8-4D5D-8405ADEF7352}"/>
              </a:ext>
            </a:extLst>
          </p:cNvPr>
          <p:cNvSpPr txBox="1"/>
          <p:nvPr/>
        </p:nvSpPr>
        <p:spPr>
          <a:xfrm>
            <a:off x="2173528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Exodus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474BE9-4905-E9C9-B8BD-9AF99E5940AE}"/>
              </a:ext>
            </a:extLst>
          </p:cNvPr>
          <p:cNvSpPr txBox="1"/>
          <p:nvPr/>
        </p:nvSpPr>
        <p:spPr>
          <a:xfrm>
            <a:off x="7333992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E5CDB8-EE9A-2F43-1463-F6CFE1A2D327}"/>
              </a:ext>
            </a:extLst>
          </p:cNvPr>
          <p:cNvSpPr txBox="1"/>
          <p:nvPr/>
        </p:nvSpPr>
        <p:spPr>
          <a:xfrm>
            <a:off x="7310842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!!Ch3_Chapter">
            <a:extLst>
              <a:ext uri="{FF2B5EF4-FFF2-40B4-BE49-F238E27FC236}">
                <a16:creationId xmlns:a16="http://schemas.microsoft.com/office/drawing/2014/main" id="{F940CE11-177F-0913-DAA4-A178510F6A2B}"/>
              </a:ext>
            </a:extLst>
          </p:cNvPr>
          <p:cNvSpPr txBox="1"/>
          <p:nvPr/>
        </p:nvSpPr>
        <p:spPr>
          <a:xfrm>
            <a:off x="4889500" y="27178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3</a:t>
            </a:r>
          </a:p>
        </p:txBody>
      </p:sp>
      <p:sp>
        <p:nvSpPr>
          <p:cNvPr id="13" name="!!Ch3_Book">
            <a:extLst>
              <a:ext uri="{FF2B5EF4-FFF2-40B4-BE49-F238E27FC236}">
                <a16:creationId xmlns:a16="http://schemas.microsoft.com/office/drawing/2014/main" id="{38B05007-DED5-1520-9DE2-0BBBB4B31EFD}"/>
              </a:ext>
            </a:extLst>
          </p:cNvPr>
          <p:cNvSpPr txBox="1"/>
          <p:nvPr/>
        </p:nvSpPr>
        <p:spPr>
          <a:xfrm>
            <a:off x="4838700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Leviticus</a:t>
            </a:r>
          </a:p>
        </p:txBody>
      </p:sp>
      <p:sp>
        <p:nvSpPr>
          <p:cNvPr id="14" name="!!Ch2_Equals"/>
          <p:cNvSpPr txBox="1"/>
          <p:nvPr/>
        </p:nvSpPr>
        <p:spPr>
          <a:xfrm>
            <a:off x="2021128" y="2757557"/>
            <a:ext cx="304800" cy="635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4000" dirty="0">
                <a:solidFill>
                  <a:srgbClr val="FFFFFF">
                    <a:alpha val="0"/>
                  </a:srgbClr>
                </a:solidFill>
                <a:latin typeface="Aptos" panose="02110004020202020204"/>
              </a:rPr>
              <a:t>=</a:t>
            </a:r>
          </a:p>
        </p:txBody>
      </p:sp>
      <p:sp>
        <p:nvSpPr>
          <p:cNvPr id="15" name="!!Ch3_Equals"/>
          <p:cNvSpPr txBox="1"/>
          <p:nvPr/>
        </p:nvSpPr>
        <p:spPr>
          <a:xfrm>
            <a:off x="4686300" y="2755900"/>
            <a:ext cx="304800" cy="635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4000" dirty="0">
                <a:solidFill>
                  <a:srgbClr val="FFFFFF">
                    <a:alpha val="0"/>
                  </a:srgbClr>
                </a:solidFill>
                <a:latin typeface="Aptos" panose="02110004020202020204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459868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76055-77C6-B10E-A735-A8FD952A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!!Ch3_Chapter"/>
          <p:cNvSpPr txBox="1"/>
          <p:nvPr/>
        </p:nvSpPr>
        <p:spPr>
          <a:xfrm>
            <a:off x="929640" y="698500"/>
            <a:ext cx="2400144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Chapter 3</a:t>
            </a:r>
          </a:p>
        </p:txBody>
      </p:sp>
      <p:sp>
        <p:nvSpPr>
          <p:cNvPr id="201" name="!!Ch3_Equals"/>
          <p:cNvSpPr txBox="1"/>
          <p:nvPr/>
        </p:nvSpPr>
        <p:spPr>
          <a:xfrm>
            <a:off x="3469483" y="698500"/>
            <a:ext cx="304800" cy="67310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=</a:t>
            </a:r>
          </a:p>
        </p:txBody>
      </p:sp>
      <p:sp>
        <p:nvSpPr>
          <p:cNvPr id="202" name="!!Ch3_Book"/>
          <p:cNvSpPr txBox="1"/>
          <p:nvPr/>
        </p:nvSpPr>
        <p:spPr>
          <a:xfrm>
            <a:off x="3913983" y="698500"/>
            <a:ext cx="2172839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Leviticus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A83D3-2C5D-728D-2589-B1AE93DE7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All about “righteousness,” “holiness,” and obeying God</a:t>
            </a:r>
          </a:p>
          <a:p>
            <a:r>
              <a:rPr lang="en-US" sz="4000" dirty="0">
                <a:solidFill>
                  <a:schemeClr val="bg1"/>
                </a:solidFill>
              </a:rPr>
              <a:t>John calls all to repent</a:t>
            </a:r>
          </a:p>
          <a:p>
            <a:r>
              <a:rPr lang="en-US" sz="4000" dirty="0">
                <a:solidFill>
                  <a:schemeClr val="bg1"/>
                </a:solidFill>
              </a:rPr>
              <a:t>“Be Holy for I am Holy”</a:t>
            </a:r>
          </a:p>
        </p:txBody>
      </p:sp>
    </p:spTree>
    <p:extLst>
      <p:ext uri="{BB962C8B-B14F-4D97-AF65-F5344CB8AC3E}">
        <p14:creationId xmlns:p14="http://schemas.microsoft.com/office/powerpoint/2010/main" val="2548970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D6C34-BDA3-DDDD-F9F7-F90BD739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CB5E0-83FD-F906-3CD1-91C4BF824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 of Matthew</a:t>
            </a:r>
          </a:p>
        </p:txBody>
      </p:sp>
      <p:sp>
        <p:nvSpPr>
          <p:cNvPr id="4" name="!!Ch1_Chapter">
            <a:extLst>
              <a:ext uri="{FF2B5EF4-FFF2-40B4-BE49-F238E27FC236}">
                <a16:creationId xmlns:a16="http://schemas.microsoft.com/office/drawing/2014/main" id="{3D658236-1CDE-DE16-D99E-521964CF1B4F}"/>
              </a:ext>
            </a:extLst>
          </p:cNvPr>
          <p:cNvSpPr txBox="1"/>
          <p:nvPr/>
        </p:nvSpPr>
        <p:spPr>
          <a:xfrm>
            <a:off x="55363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1</a:t>
            </a:r>
          </a:p>
        </p:txBody>
      </p:sp>
      <p:sp>
        <p:nvSpPr>
          <p:cNvPr id="5" name="!!Ch1_Book">
            <a:extLst>
              <a:ext uri="{FF2B5EF4-FFF2-40B4-BE49-F238E27FC236}">
                <a16:creationId xmlns:a16="http://schemas.microsoft.com/office/drawing/2014/main" id="{7275F970-5184-206E-EDCE-C62ECD6A33B6}"/>
              </a:ext>
            </a:extLst>
          </p:cNvPr>
          <p:cNvSpPr txBox="1"/>
          <p:nvPr/>
        </p:nvSpPr>
        <p:spPr>
          <a:xfrm>
            <a:off x="-118257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Genesis</a:t>
            </a:r>
          </a:p>
        </p:txBody>
      </p:sp>
      <p:sp>
        <p:nvSpPr>
          <p:cNvPr id="6" name="!!Ch2_Chapter">
            <a:extLst>
              <a:ext uri="{FF2B5EF4-FFF2-40B4-BE49-F238E27FC236}">
                <a16:creationId xmlns:a16="http://schemas.microsoft.com/office/drawing/2014/main" id="{41AA61C0-1F4F-C5C9-5EFA-952BD79A5B86}"/>
              </a:ext>
            </a:extLst>
          </p:cNvPr>
          <p:cNvSpPr txBox="1"/>
          <p:nvPr/>
        </p:nvSpPr>
        <p:spPr>
          <a:xfrm>
            <a:off x="2428173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2</a:t>
            </a:r>
          </a:p>
        </p:txBody>
      </p:sp>
      <p:sp>
        <p:nvSpPr>
          <p:cNvPr id="7" name="!!Ch2_Book">
            <a:extLst>
              <a:ext uri="{FF2B5EF4-FFF2-40B4-BE49-F238E27FC236}">
                <a16:creationId xmlns:a16="http://schemas.microsoft.com/office/drawing/2014/main" id="{BDCF614A-B187-DC16-CBF0-331EE0CE5250}"/>
              </a:ext>
            </a:extLst>
          </p:cNvPr>
          <p:cNvSpPr txBox="1"/>
          <p:nvPr/>
        </p:nvSpPr>
        <p:spPr>
          <a:xfrm>
            <a:off x="2173528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Exodus</a:t>
            </a:r>
          </a:p>
        </p:txBody>
      </p:sp>
      <p:sp>
        <p:nvSpPr>
          <p:cNvPr id="8" name="!!Ch3_Chapter">
            <a:extLst>
              <a:ext uri="{FF2B5EF4-FFF2-40B4-BE49-F238E27FC236}">
                <a16:creationId xmlns:a16="http://schemas.microsoft.com/office/drawing/2014/main" id="{6CC16DA8-F3D8-67AE-B4D2-0C0CBB5F2283}"/>
              </a:ext>
            </a:extLst>
          </p:cNvPr>
          <p:cNvSpPr txBox="1"/>
          <p:nvPr/>
        </p:nvSpPr>
        <p:spPr>
          <a:xfrm>
            <a:off x="4893578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3</a:t>
            </a:r>
          </a:p>
        </p:txBody>
      </p:sp>
      <p:sp>
        <p:nvSpPr>
          <p:cNvPr id="9" name="!!Ch3_Book">
            <a:extLst>
              <a:ext uri="{FF2B5EF4-FFF2-40B4-BE49-F238E27FC236}">
                <a16:creationId xmlns:a16="http://schemas.microsoft.com/office/drawing/2014/main" id="{F2B5FCEE-091C-3DC5-69E0-630289326B23}"/>
              </a:ext>
            </a:extLst>
          </p:cNvPr>
          <p:cNvSpPr txBox="1"/>
          <p:nvPr/>
        </p:nvSpPr>
        <p:spPr>
          <a:xfrm>
            <a:off x="4835708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Leviticus</a:t>
            </a:r>
          </a:p>
        </p:txBody>
      </p:sp>
      <p:sp>
        <p:nvSpPr>
          <p:cNvPr id="10" name="!!Ch4_Chapter">
            <a:extLst>
              <a:ext uri="{FF2B5EF4-FFF2-40B4-BE49-F238E27FC236}">
                <a16:creationId xmlns:a16="http://schemas.microsoft.com/office/drawing/2014/main" id="{3D658236-1CDE-DE16-D99E-521964CF1B4F}"/>
              </a:ext>
            </a:extLst>
          </p:cNvPr>
          <p:cNvSpPr txBox="1"/>
          <p:nvPr/>
        </p:nvSpPr>
        <p:spPr>
          <a:xfrm>
            <a:off x="7327900" y="27178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4</a:t>
            </a:r>
          </a:p>
        </p:txBody>
      </p:sp>
      <p:sp>
        <p:nvSpPr>
          <p:cNvPr id="11" name="!!Ch4_Book">
            <a:extLst>
              <a:ext uri="{FF2B5EF4-FFF2-40B4-BE49-F238E27FC236}">
                <a16:creationId xmlns:a16="http://schemas.microsoft.com/office/drawing/2014/main" id="{7275F970-5184-206E-EDCE-C62ECD6A33B6}"/>
              </a:ext>
            </a:extLst>
          </p:cNvPr>
          <p:cNvSpPr txBox="1"/>
          <p:nvPr/>
        </p:nvSpPr>
        <p:spPr>
          <a:xfrm>
            <a:off x="7315200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Numbers</a:t>
            </a:r>
          </a:p>
        </p:txBody>
      </p:sp>
      <p:sp>
        <p:nvSpPr>
          <p:cNvPr id="12" name="!!Ch3_Equals"/>
          <p:cNvSpPr txBox="1"/>
          <p:nvPr/>
        </p:nvSpPr>
        <p:spPr>
          <a:xfrm>
            <a:off x="4683308" y="2757557"/>
            <a:ext cx="304800" cy="635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4000" dirty="0">
                <a:solidFill>
                  <a:srgbClr val="FFFFFF">
                    <a:alpha val="0"/>
                  </a:srgbClr>
                </a:solidFill>
                <a:latin typeface="Aptos" panose="02110004020202020204"/>
              </a:rPr>
              <a:t>=</a:t>
            </a:r>
          </a:p>
        </p:txBody>
      </p:sp>
      <p:sp>
        <p:nvSpPr>
          <p:cNvPr id="13" name="!!Ch4_Equals"/>
          <p:cNvSpPr txBox="1"/>
          <p:nvPr/>
        </p:nvSpPr>
        <p:spPr>
          <a:xfrm>
            <a:off x="7162800" y="2755900"/>
            <a:ext cx="304800" cy="635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4000" dirty="0">
                <a:solidFill>
                  <a:srgbClr val="FFFFFF">
                    <a:alpha val="0"/>
                  </a:srgbClr>
                </a:solidFill>
                <a:latin typeface="Aptos" panose="02110004020202020204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15944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0233A-A30C-3248-8C5F-0C89B26A9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!!Ch4_Chapter"/>
          <p:cNvSpPr txBox="1"/>
          <p:nvPr/>
        </p:nvSpPr>
        <p:spPr>
          <a:xfrm>
            <a:off x="929640" y="698500"/>
            <a:ext cx="2400144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Chapter 4</a:t>
            </a:r>
          </a:p>
        </p:txBody>
      </p:sp>
      <p:sp>
        <p:nvSpPr>
          <p:cNvPr id="201" name="!!Ch4_Equals"/>
          <p:cNvSpPr txBox="1"/>
          <p:nvPr/>
        </p:nvSpPr>
        <p:spPr>
          <a:xfrm>
            <a:off x="3469483" y="698500"/>
            <a:ext cx="304800" cy="67310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=</a:t>
            </a:r>
          </a:p>
        </p:txBody>
      </p:sp>
      <p:sp>
        <p:nvSpPr>
          <p:cNvPr id="202" name="!!Ch4_Book"/>
          <p:cNvSpPr txBox="1"/>
          <p:nvPr/>
        </p:nvSpPr>
        <p:spPr>
          <a:xfrm>
            <a:off x="3913983" y="698500"/>
            <a:ext cx="226594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0B411-E4D7-249C-1BD1-E381C22ED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Jesus is in the wilderness for 40 days</a:t>
            </a:r>
          </a:p>
          <a:p>
            <a:r>
              <a:rPr lang="en-US" sz="4000" dirty="0">
                <a:solidFill>
                  <a:schemeClr val="bg1"/>
                </a:solidFill>
              </a:rPr>
              <a:t>Temptations</a:t>
            </a:r>
          </a:p>
          <a:p>
            <a:r>
              <a:rPr lang="en-US" sz="4000" dirty="0">
                <a:solidFill>
                  <a:schemeClr val="bg1"/>
                </a:solidFill>
              </a:rPr>
              <a:t>Deuteronomy quoted</a:t>
            </a:r>
          </a:p>
        </p:txBody>
      </p:sp>
    </p:spTree>
    <p:extLst>
      <p:ext uri="{BB962C8B-B14F-4D97-AF65-F5344CB8AC3E}">
        <p14:creationId xmlns:p14="http://schemas.microsoft.com/office/powerpoint/2010/main" val="1768724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9494B-16EC-BAA0-14E1-D6CD6083B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D46D-6EC6-F159-E000-26D079E34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 of Matthew</a:t>
            </a:r>
          </a:p>
        </p:txBody>
      </p:sp>
      <p:sp>
        <p:nvSpPr>
          <p:cNvPr id="4" name="!!Ch1_Chapter">
            <a:extLst>
              <a:ext uri="{FF2B5EF4-FFF2-40B4-BE49-F238E27FC236}">
                <a16:creationId xmlns:a16="http://schemas.microsoft.com/office/drawing/2014/main" id="{097C8402-891B-57D4-4047-A03B4F09E143}"/>
              </a:ext>
            </a:extLst>
          </p:cNvPr>
          <p:cNvSpPr txBox="1"/>
          <p:nvPr/>
        </p:nvSpPr>
        <p:spPr>
          <a:xfrm>
            <a:off x="55363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1</a:t>
            </a:r>
          </a:p>
        </p:txBody>
      </p:sp>
      <p:sp>
        <p:nvSpPr>
          <p:cNvPr id="5" name="!!Ch1_Book">
            <a:extLst>
              <a:ext uri="{FF2B5EF4-FFF2-40B4-BE49-F238E27FC236}">
                <a16:creationId xmlns:a16="http://schemas.microsoft.com/office/drawing/2014/main" id="{F5C9627B-2F90-9D24-3EEA-ABD7D82B1B1E}"/>
              </a:ext>
            </a:extLst>
          </p:cNvPr>
          <p:cNvSpPr txBox="1"/>
          <p:nvPr/>
        </p:nvSpPr>
        <p:spPr>
          <a:xfrm>
            <a:off x="-118257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Genesis</a:t>
            </a:r>
          </a:p>
        </p:txBody>
      </p:sp>
      <p:sp>
        <p:nvSpPr>
          <p:cNvPr id="6" name="!!Ch2_Chapter">
            <a:extLst>
              <a:ext uri="{FF2B5EF4-FFF2-40B4-BE49-F238E27FC236}">
                <a16:creationId xmlns:a16="http://schemas.microsoft.com/office/drawing/2014/main" id="{201A5433-0A4C-5EB3-7474-86C7DC4BBDBE}"/>
              </a:ext>
            </a:extLst>
          </p:cNvPr>
          <p:cNvSpPr txBox="1"/>
          <p:nvPr/>
        </p:nvSpPr>
        <p:spPr>
          <a:xfrm>
            <a:off x="2428173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2</a:t>
            </a:r>
          </a:p>
        </p:txBody>
      </p:sp>
      <p:sp>
        <p:nvSpPr>
          <p:cNvPr id="7" name="!!Ch2_Book">
            <a:extLst>
              <a:ext uri="{FF2B5EF4-FFF2-40B4-BE49-F238E27FC236}">
                <a16:creationId xmlns:a16="http://schemas.microsoft.com/office/drawing/2014/main" id="{CE421196-5DEA-EEBD-A474-AE94645FFAAC}"/>
              </a:ext>
            </a:extLst>
          </p:cNvPr>
          <p:cNvSpPr txBox="1"/>
          <p:nvPr/>
        </p:nvSpPr>
        <p:spPr>
          <a:xfrm>
            <a:off x="2173528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Exodus</a:t>
            </a:r>
          </a:p>
        </p:txBody>
      </p:sp>
      <p:sp>
        <p:nvSpPr>
          <p:cNvPr id="8" name="!!Ch3_Chapter">
            <a:extLst>
              <a:ext uri="{FF2B5EF4-FFF2-40B4-BE49-F238E27FC236}">
                <a16:creationId xmlns:a16="http://schemas.microsoft.com/office/drawing/2014/main" id="{254395CB-38EA-C78F-7FF0-E84C3AB9398B}"/>
              </a:ext>
            </a:extLst>
          </p:cNvPr>
          <p:cNvSpPr txBox="1"/>
          <p:nvPr/>
        </p:nvSpPr>
        <p:spPr>
          <a:xfrm>
            <a:off x="4893578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3</a:t>
            </a:r>
          </a:p>
        </p:txBody>
      </p:sp>
      <p:sp>
        <p:nvSpPr>
          <p:cNvPr id="9" name="!!Ch3_Book">
            <a:extLst>
              <a:ext uri="{FF2B5EF4-FFF2-40B4-BE49-F238E27FC236}">
                <a16:creationId xmlns:a16="http://schemas.microsoft.com/office/drawing/2014/main" id="{67A25C68-7522-B73A-DA5C-D009404437B5}"/>
              </a:ext>
            </a:extLst>
          </p:cNvPr>
          <p:cNvSpPr txBox="1"/>
          <p:nvPr/>
        </p:nvSpPr>
        <p:spPr>
          <a:xfrm>
            <a:off x="4835708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Leviticus</a:t>
            </a:r>
          </a:p>
        </p:txBody>
      </p:sp>
      <p:sp>
        <p:nvSpPr>
          <p:cNvPr id="10" name="!!Ch4_Chapter">
            <a:extLst>
              <a:ext uri="{FF2B5EF4-FFF2-40B4-BE49-F238E27FC236}">
                <a16:creationId xmlns:a16="http://schemas.microsoft.com/office/drawing/2014/main" id="{1074713E-51D9-5CCA-FEA6-EE75EDB96A38}"/>
              </a:ext>
            </a:extLst>
          </p:cNvPr>
          <p:cNvSpPr txBox="1"/>
          <p:nvPr/>
        </p:nvSpPr>
        <p:spPr>
          <a:xfrm>
            <a:off x="7333992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4</a:t>
            </a:r>
          </a:p>
        </p:txBody>
      </p:sp>
      <p:sp>
        <p:nvSpPr>
          <p:cNvPr id="11" name="!!Ch4_Book">
            <a:extLst>
              <a:ext uri="{FF2B5EF4-FFF2-40B4-BE49-F238E27FC236}">
                <a16:creationId xmlns:a16="http://schemas.microsoft.com/office/drawing/2014/main" id="{9844CC79-26D1-2365-0775-1A57B6FC8830}"/>
              </a:ext>
            </a:extLst>
          </p:cNvPr>
          <p:cNvSpPr txBox="1"/>
          <p:nvPr/>
        </p:nvSpPr>
        <p:spPr>
          <a:xfrm>
            <a:off x="7310842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Numbers</a:t>
            </a:r>
          </a:p>
        </p:txBody>
      </p:sp>
      <p:sp>
        <p:nvSpPr>
          <p:cNvPr id="12" name="!!Ch5_Chapter">
            <a:extLst>
              <a:ext uri="{FF2B5EF4-FFF2-40B4-BE49-F238E27FC236}">
                <a16:creationId xmlns:a16="http://schemas.microsoft.com/office/drawing/2014/main" id="{DDD415DA-AD14-7741-5E9B-7EE834A8A205}"/>
              </a:ext>
            </a:extLst>
          </p:cNvPr>
          <p:cNvSpPr txBox="1"/>
          <p:nvPr/>
        </p:nvSpPr>
        <p:spPr>
          <a:xfrm>
            <a:off x="9870440" y="2763520"/>
            <a:ext cx="1804085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FFFFFF">
                    <a:alpha val="0"/>
                  </a:srgbClr>
                </a:solidFill>
                <a:latin typeface="Aptos" panose="02110004020202020204"/>
              </a:rPr>
              <a:t>Chapter</a:t>
            </a:r>
          </a:p>
        </p:txBody>
      </p:sp>
      <p:sp>
        <p:nvSpPr>
          <p:cNvPr id="13" name="!!Ch5_5">
            <a:extLst>
              <a:ext uri="{FF2B5EF4-FFF2-40B4-BE49-F238E27FC236}">
                <a16:creationId xmlns:a16="http://schemas.microsoft.com/office/drawing/2014/main" id="{077EF688-8D75-6429-22FA-01EF136FE3B1}"/>
              </a:ext>
            </a:extLst>
          </p:cNvPr>
          <p:cNvSpPr txBox="1"/>
          <p:nvPr/>
        </p:nvSpPr>
        <p:spPr>
          <a:xfrm>
            <a:off x="11674475" y="2763520"/>
            <a:ext cx="37830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FFFFFF">
                    <a:alpha val="0"/>
                  </a:srgbClr>
                </a:solidFill>
                <a:latin typeface="Aptos" panose="02110004020202020204"/>
              </a:rPr>
              <a:t> 5</a:t>
            </a:r>
          </a:p>
        </p:txBody>
      </p:sp>
      <p:sp>
        <p:nvSpPr>
          <p:cNvPr id="14" name="!!Ch5_Book">
            <a:extLst>
              <a:ext uri="{FF2B5EF4-FFF2-40B4-BE49-F238E27FC236}">
                <a16:creationId xmlns:a16="http://schemas.microsoft.com/office/drawing/2014/main" id="{FF60DC4A-E145-5FD8-E8B0-02916E531140}"/>
              </a:ext>
            </a:extLst>
          </p:cNvPr>
          <p:cNvSpPr txBox="1"/>
          <p:nvPr/>
        </p:nvSpPr>
        <p:spPr>
          <a:xfrm>
            <a:off x="9607826" y="3508512"/>
            <a:ext cx="2584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Deuteronomy</a:t>
            </a:r>
          </a:p>
        </p:txBody>
      </p:sp>
      <p:sp>
        <p:nvSpPr>
          <p:cNvPr id="15" name="!!Ch4_Equals"/>
          <p:cNvSpPr txBox="1"/>
          <p:nvPr/>
        </p:nvSpPr>
        <p:spPr>
          <a:xfrm>
            <a:off x="7158442" y="2757557"/>
            <a:ext cx="304800" cy="635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4000" dirty="0">
                <a:solidFill>
                  <a:srgbClr val="FFFFFF">
                    <a:alpha val="0"/>
                  </a:srgbClr>
                </a:solidFill>
                <a:latin typeface="Aptos" panose="02110004020202020204"/>
              </a:rPr>
              <a:t>=</a:t>
            </a:r>
          </a:p>
        </p:txBody>
      </p:sp>
      <p:sp>
        <p:nvSpPr>
          <p:cNvPr id="16" name="!!Ch5_Equals"/>
          <p:cNvSpPr txBox="1"/>
          <p:nvPr/>
        </p:nvSpPr>
        <p:spPr>
          <a:xfrm>
            <a:off x="9455426" y="2818516"/>
            <a:ext cx="304800" cy="635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4000" dirty="0">
                <a:solidFill>
                  <a:srgbClr val="FFFFFF">
                    <a:alpha val="0"/>
                  </a:srgbClr>
                </a:solidFill>
                <a:latin typeface="Aptos" panose="02110004020202020204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897202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C9BA-11D1-C64B-97AD-7065EB8F1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!!Ch5_Chapter"/>
          <p:cNvSpPr txBox="1"/>
          <p:nvPr/>
        </p:nvSpPr>
        <p:spPr>
          <a:xfrm>
            <a:off x="929640" y="698500"/>
            <a:ext cx="1983363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Chapter</a:t>
            </a:r>
          </a:p>
        </p:txBody>
      </p:sp>
      <p:sp>
        <p:nvSpPr>
          <p:cNvPr id="201" name="!!Ch5_5"/>
          <p:cNvSpPr txBox="1"/>
          <p:nvPr/>
        </p:nvSpPr>
        <p:spPr>
          <a:xfrm>
            <a:off x="2913003" y="698500"/>
            <a:ext cx="416781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 5</a:t>
            </a:r>
          </a:p>
        </p:txBody>
      </p:sp>
      <p:sp>
        <p:nvSpPr>
          <p:cNvPr id="202" name="!!Ch5_Equals"/>
          <p:cNvSpPr txBox="1"/>
          <p:nvPr/>
        </p:nvSpPr>
        <p:spPr>
          <a:xfrm>
            <a:off x="3469484" y="698500"/>
            <a:ext cx="304800" cy="67310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=</a:t>
            </a:r>
          </a:p>
        </p:txBody>
      </p:sp>
      <p:sp>
        <p:nvSpPr>
          <p:cNvPr id="203" name="!!Ch5_Book"/>
          <p:cNvSpPr txBox="1"/>
          <p:nvPr/>
        </p:nvSpPr>
        <p:spPr>
          <a:xfrm>
            <a:off x="3913984" y="698500"/>
            <a:ext cx="3352800" cy="67310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latin typeface="Aptos" panose="02110004020202020204"/>
              </a:rPr>
              <a:t>Deuteronomy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5C1B3-A643-B450-3332-BF8AA26C0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Jesus goes up on a mountain and gives a new law</a:t>
            </a:r>
          </a:p>
          <a:p>
            <a:r>
              <a:rPr lang="en-US" sz="4000" dirty="0">
                <a:solidFill>
                  <a:schemeClr val="bg1"/>
                </a:solidFill>
              </a:rPr>
              <a:t>Quotes Old Law (and Jewish leaders’ interpretations)</a:t>
            </a:r>
          </a:p>
          <a:p>
            <a:r>
              <a:rPr lang="en-US" sz="4000" dirty="0">
                <a:solidFill>
                  <a:schemeClr val="bg1"/>
                </a:solidFill>
              </a:rPr>
              <a:t>Authoritative, Mosaic figure</a:t>
            </a:r>
          </a:p>
        </p:txBody>
      </p:sp>
    </p:spTree>
    <p:extLst>
      <p:ext uri="{BB962C8B-B14F-4D97-AF65-F5344CB8AC3E}">
        <p14:creationId xmlns:p14="http://schemas.microsoft.com/office/powerpoint/2010/main" val="148529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1683E-F2D2-1C28-44EA-4E81041E0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DC31C-17F0-770E-894D-7A0CF3067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 of Matthew</a:t>
            </a:r>
          </a:p>
        </p:txBody>
      </p:sp>
      <p:sp>
        <p:nvSpPr>
          <p:cNvPr id="4" name="!!Ch1_Chapter">
            <a:extLst>
              <a:ext uri="{FF2B5EF4-FFF2-40B4-BE49-F238E27FC236}">
                <a16:creationId xmlns:a16="http://schemas.microsoft.com/office/drawing/2014/main" id="{E3BC4A44-1E10-F8DE-C4F7-010C575D3E9A}"/>
              </a:ext>
            </a:extLst>
          </p:cNvPr>
          <p:cNvSpPr txBox="1"/>
          <p:nvPr/>
        </p:nvSpPr>
        <p:spPr>
          <a:xfrm>
            <a:off x="55363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1</a:t>
            </a:r>
          </a:p>
        </p:txBody>
      </p:sp>
      <p:sp>
        <p:nvSpPr>
          <p:cNvPr id="5" name="!!Ch1_Book">
            <a:extLst>
              <a:ext uri="{FF2B5EF4-FFF2-40B4-BE49-F238E27FC236}">
                <a16:creationId xmlns:a16="http://schemas.microsoft.com/office/drawing/2014/main" id="{7B09A878-67CA-3EE3-AE12-6045B9528437}"/>
              </a:ext>
            </a:extLst>
          </p:cNvPr>
          <p:cNvSpPr txBox="1"/>
          <p:nvPr/>
        </p:nvSpPr>
        <p:spPr>
          <a:xfrm>
            <a:off x="-118257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Genesis</a:t>
            </a:r>
          </a:p>
        </p:txBody>
      </p:sp>
      <p:sp>
        <p:nvSpPr>
          <p:cNvPr id="6" name="!!Ch2_Chapter">
            <a:extLst>
              <a:ext uri="{FF2B5EF4-FFF2-40B4-BE49-F238E27FC236}">
                <a16:creationId xmlns:a16="http://schemas.microsoft.com/office/drawing/2014/main" id="{F9A69C1E-221D-1B07-0249-8115406F156A}"/>
              </a:ext>
            </a:extLst>
          </p:cNvPr>
          <p:cNvSpPr txBox="1"/>
          <p:nvPr/>
        </p:nvSpPr>
        <p:spPr>
          <a:xfrm>
            <a:off x="2428173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2</a:t>
            </a:r>
          </a:p>
        </p:txBody>
      </p:sp>
      <p:sp>
        <p:nvSpPr>
          <p:cNvPr id="7" name="!!Ch2_Book">
            <a:extLst>
              <a:ext uri="{FF2B5EF4-FFF2-40B4-BE49-F238E27FC236}">
                <a16:creationId xmlns:a16="http://schemas.microsoft.com/office/drawing/2014/main" id="{87BD72AA-1936-8217-DE12-F03B9A9C6192}"/>
              </a:ext>
            </a:extLst>
          </p:cNvPr>
          <p:cNvSpPr txBox="1"/>
          <p:nvPr/>
        </p:nvSpPr>
        <p:spPr>
          <a:xfrm>
            <a:off x="2173528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Exodus</a:t>
            </a:r>
          </a:p>
        </p:txBody>
      </p:sp>
      <p:sp>
        <p:nvSpPr>
          <p:cNvPr id="8" name="!!Ch3_Chapter">
            <a:extLst>
              <a:ext uri="{FF2B5EF4-FFF2-40B4-BE49-F238E27FC236}">
                <a16:creationId xmlns:a16="http://schemas.microsoft.com/office/drawing/2014/main" id="{676C47A4-849C-7E1E-A588-6EABA19BDAB5}"/>
              </a:ext>
            </a:extLst>
          </p:cNvPr>
          <p:cNvSpPr txBox="1"/>
          <p:nvPr/>
        </p:nvSpPr>
        <p:spPr>
          <a:xfrm>
            <a:off x="4893578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3</a:t>
            </a:r>
          </a:p>
        </p:txBody>
      </p:sp>
      <p:sp>
        <p:nvSpPr>
          <p:cNvPr id="9" name="!!Ch3_Book">
            <a:extLst>
              <a:ext uri="{FF2B5EF4-FFF2-40B4-BE49-F238E27FC236}">
                <a16:creationId xmlns:a16="http://schemas.microsoft.com/office/drawing/2014/main" id="{B0B0709B-C4A0-9C43-DF45-C114C992A031}"/>
              </a:ext>
            </a:extLst>
          </p:cNvPr>
          <p:cNvSpPr txBox="1"/>
          <p:nvPr/>
        </p:nvSpPr>
        <p:spPr>
          <a:xfrm>
            <a:off x="4835708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Leviticus</a:t>
            </a:r>
          </a:p>
        </p:txBody>
      </p:sp>
      <p:sp>
        <p:nvSpPr>
          <p:cNvPr id="10" name="!!Ch4_Chapter">
            <a:extLst>
              <a:ext uri="{FF2B5EF4-FFF2-40B4-BE49-F238E27FC236}">
                <a16:creationId xmlns:a16="http://schemas.microsoft.com/office/drawing/2014/main" id="{8DDB271C-B928-2B8B-3E2C-13AB2F9773BC}"/>
              </a:ext>
            </a:extLst>
          </p:cNvPr>
          <p:cNvSpPr txBox="1"/>
          <p:nvPr/>
        </p:nvSpPr>
        <p:spPr>
          <a:xfrm>
            <a:off x="7333992" y="2721114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 4</a:t>
            </a:r>
          </a:p>
        </p:txBody>
      </p:sp>
      <p:sp>
        <p:nvSpPr>
          <p:cNvPr id="11" name="!!Ch4_Book">
            <a:extLst>
              <a:ext uri="{FF2B5EF4-FFF2-40B4-BE49-F238E27FC236}">
                <a16:creationId xmlns:a16="http://schemas.microsoft.com/office/drawing/2014/main" id="{330BD128-9810-39AB-4194-E0B936710AF3}"/>
              </a:ext>
            </a:extLst>
          </p:cNvPr>
          <p:cNvSpPr txBox="1"/>
          <p:nvPr/>
        </p:nvSpPr>
        <p:spPr>
          <a:xfrm>
            <a:off x="7310842" y="3429000"/>
            <a:ext cx="2372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Numbers</a:t>
            </a:r>
          </a:p>
        </p:txBody>
      </p:sp>
      <p:sp>
        <p:nvSpPr>
          <p:cNvPr id="92" name="!!Ch5_s">
            <a:extLst>
              <a:ext uri="{FF2B5EF4-FFF2-40B4-BE49-F238E27FC236}">
                <a16:creationId xmlns:a16="http://schemas.microsoft.com/office/drawing/2014/main" id="{DB54733F-4132-2C51-E077-5F1C1F11399F}"/>
              </a:ext>
            </a:extLst>
          </p:cNvPr>
          <p:cNvSpPr txBox="1"/>
          <p:nvPr/>
        </p:nvSpPr>
        <p:spPr>
          <a:xfrm>
            <a:off x="11674475" y="2763520"/>
            <a:ext cx="248467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000000"/>
                </a:solidFill>
                <a:latin typeface="Aptos" panose="02110004020202020204"/>
              </a:rPr>
              <a:t>s</a:t>
            </a:r>
          </a:p>
        </p:txBody>
      </p:sp>
      <p:sp>
        <p:nvSpPr>
          <p:cNvPr id="94" name="!!Ch5_28">
            <a:extLst>
              <a:ext uri="{FF2B5EF4-FFF2-40B4-BE49-F238E27FC236}">
                <a16:creationId xmlns:a16="http://schemas.microsoft.com/office/drawing/2014/main" id="{BC7E2370-3B60-AC16-D2E5-B5788C38AB62}"/>
              </a:ext>
            </a:extLst>
          </p:cNvPr>
          <p:cNvSpPr txBox="1"/>
          <p:nvPr/>
        </p:nvSpPr>
        <p:spPr>
          <a:xfrm>
            <a:off x="12052808" y="2763520"/>
            <a:ext cx="78386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000000"/>
                </a:solidFill>
                <a:latin typeface="Aptos" panose="02110004020202020204"/>
              </a:rPr>
              <a:t>–28</a:t>
            </a:r>
          </a:p>
        </p:txBody>
      </p:sp>
      <p:sp>
        <p:nvSpPr>
          <p:cNvPr id="12" name="!!Ch5_Chapter">
            <a:extLst>
              <a:ext uri="{FF2B5EF4-FFF2-40B4-BE49-F238E27FC236}">
                <a16:creationId xmlns:a16="http://schemas.microsoft.com/office/drawing/2014/main" id="{DDD415DA-AD14-7741-5E9B-7EE834A8A205}"/>
              </a:ext>
            </a:extLst>
          </p:cNvPr>
          <p:cNvSpPr txBox="1"/>
          <p:nvPr/>
        </p:nvSpPr>
        <p:spPr>
          <a:xfrm>
            <a:off x="9870440" y="2763520"/>
            <a:ext cx="1804085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FFFFFF"/>
                </a:solidFill>
                <a:latin typeface="Aptos" panose="02110004020202020204"/>
              </a:rPr>
              <a:t>Chapter</a:t>
            </a:r>
          </a:p>
        </p:txBody>
      </p:sp>
      <p:sp>
        <p:nvSpPr>
          <p:cNvPr id="93" name="!!Ch5_5">
            <a:extLst>
              <a:ext uri="{FF2B5EF4-FFF2-40B4-BE49-F238E27FC236}">
                <a16:creationId xmlns:a16="http://schemas.microsoft.com/office/drawing/2014/main" id="{077EF688-8D75-6429-22FA-01EF136FE3B1}"/>
              </a:ext>
            </a:extLst>
          </p:cNvPr>
          <p:cNvSpPr txBox="1"/>
          <p:nvPr/>
        </p:nvSpPr>
        <p:spPr>
          <a:xfrm>
            <a:off x="11674475" y="2763520"/>
            <a:ext cx="37830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FFFFFF"/>
                </a:solidFill>
                <a:latin typeface="Aptos" panose="02110004020202020204"/>
              </a:rPr>
              <a:t> 5</a:t>
            </a:r>
          </a:p>
        </p:txBody>
      </p:sp>
      <p:sp>
        <p:nvSpPr>
          <p:cNvPr id="13" name="!!Ch5_Book">
            <a:extLst>
              <a:ext uri="{FF2B5EF4-FFF2-40B4-BE49-F238E27FC236}">
                <a16:creationId xmlns:a16="http://schemas.microsoft.com/office/drawing/2014/main" id="{FF60DC4A-E145-5FD8-E8B0-02916E531140}"/>
              </a:ext>
            </a:extLst>
          </p:cNvPr>
          <p:cNvSpPr txBox="1"/>
          <p:nvPr/>
        </p:nvSpPr>
        <p:spPr>
          <a:xfrm>
            <a:off x="9607826" y="3508512"/>
            <a:ext cx="2584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Deuteronomy</a:t>
            </a:r>
          </a:p>
        </p:txBody>
      </p:sp>
      <p:sp>
        <p:nvSpPr>
          <p:cNvPr id="95" name="!!Ch5_Equals"/>
          <p:cNvSpPr txBox="1"/>
          <p:nvPr/>
        </p:nvSpPr>
        <p:spPr>
          <a:xfrm>
            <a:off x="9455426" y="2818516"/>
            <a:ext cx="304800" cy="635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4000" dirty="0">
                <a:solidFill>
                  <a:srgbClr val="FFFFFF">
                    <a:alpha val="0"/>
                  </a:srgbClr>
                </a:solidFill>
                <a:latin typeface="Aptos" panose="02110004020202020204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4089915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47645-CB6D-53D4-3109-4FFA48D1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61648-93E6-B625-BA40-A87418887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 of Matthew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8AE084A-2D71-6E1B-DCD1-55F1E20D8F63}"/>
              </a:ext>
            </a:extLst>
          </p:cNvPr>
          <p:cNvGrpSpPr/>
          <p:nvPr/>
        </p:nvGrpSpPr>
        <p:grpSpPr>
          <a:xfrm>
            <a:off x="-2341504" y="-1373187"/>
            <a:ext cx="9825059" cy="1415772"/>
            <a:chOff x="-118257" y="2721114"/>
            <a:chExt cx="9825059" cy="141577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85CA79B-EE11-4591-EC5D-932DCCB0D355}"/>
                </a:ext>
              </a:extLst>
            </p:cNvPr>
            <p:cNvGrpSpPr/>
            <p:nvPr/>
          </p:nvGrpSpPr>
          <p:grpSpPr>
            <a:xfrm>
              <a:off x="-118257" y="2721114"/>
              <a:ext cx="2546430" cy="1415772"/>
              <a:chOff x="-118257" y="2721114"/>
              <a:chExt cx="2546430" cy="141577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361D43-8F4D-C063-C980-0E9BB034925B}"/>
                  </a:ext>
                </a:extLst>
              </p:cNvPr>
              <p:cNvSpPr txBox="1"/>
              <p:nvPr/>
            </p:nvSpPr>
            <p:spPr>
              <a:xfrm>
                <a:off x="5536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1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5F135E-5C0B-7CCF-A884-CCFD78454D69}"/>
                  </a:ext>
                </a:extLst>
              </p:cNvPr>
              <p:cNvSpPr txBox="1"/>
              <p:nvPr/>
            </p:nvSpPr>
            <p:spPr>
              <a:xfrm>
                <a:off x="-118257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Genesis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90BEEE6-D543-8AC4-4B6A-55A6A82B4B67}"/>
                </a:ext>
              </a:extLst>
            </p:cNvPr>
            <p:cNvGrpSpPr/>
            <p:nvPr/>
          </p:nvGrpSpPr>
          <p:grpSpPr>
            <a:xfrm>
              <a:off x="2173528" y="2721114"/>
              <a:ext cx="2627455" cy="1415772"/>
              <a:chOff x="2173528" y="2721114"/>
              <a:chExt cx="2627455" cy="141577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1F6ED9-C3CF-A5B6-9BED-6C5E580EFBB0}"/>
                  </a:ext>
                </a:extLst>
              </p:cNvPr>
              <p:cNvSpPr txBox="1"/>
              <p:nvPr/>
            </p:nvSpPr>
            <p:spPr>
              <a:xfrm>
                <a:off x="242817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2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FB56F7-E1F7-8EC6-036C-33C03B774487}"/>
                  </a:ext>
                </a:extLst>
              </p:cNvPr>
              <p:cNvSpPr txBox="1"/>
              <p:nvPr/>
            </p:nvSpPr>
            <p:spPr>
              <a:xfrm>
                <a:off x="217352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Exodus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238240B-4D95-BFAE-00BA-9073364C0970}"/>
                </a:ext>
              </a:extLst>
            </p:cNvPr>
            <p:cNvGrpSpPr/>
            <p:nvPr/>
          </p:nvGrpSpPr>
          <p:grpSpPr>
            <a:xfrm>
              <a:off x="4835708" y="2721114"/>
              <a:ext cx="2430680" cy="1415772"/>
              <a:chOff x="4835708" y="2721114"/>
              <a:chExt cx="2430680" cy="141577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BC6C04-9433-F10B-6F2B-0FE33B60F231}"/>
                  </a:ext>
                </a:extLst>
              </p:cNvPr>
              <p:cNvSpPr txBox="1"/>
              <p:nvPr/>
            </p:nvSpPr>
            <p:spPr>
              <a:xfrm>
                <a:off x="4893578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3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024B80-1BBD-1A2F-42D7-705E20892727}"/>
                  </a:ext>
                </a:extLst>
              </p:cNvPr>
              <p:cNvSpPr txBox="1"/>
              <p:nvPr/>
            </p:nvSpPr>
            <p:spPr>
              <a:xfrm>
                <a:off x="483570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Leviticus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8B3EB3A-31CF-8285-7468-DD560BF2D7B1}"/>
                </a:ext>
              </a:extLst>
            </p:cNvPr>
            <p:cNvGrpSpPr/>
            <p:nvPr/>
          </p:nvGrpSpPr>
          <p:grpSpPr>
            <a:xfrm>
              <a:off x="7310842" y="2721114"/>
              <a:ext cx="2395960" cy="1415772"/>
              <a:chOff x="7310842" y="2721114"/>
              <a:chExt cx="2395960" cy="141577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9A7C98-AFCC-8B53-59C6-F7439B778DD3}"/>
                  </a:ext>
                </a:extLst>
              </p:cNvPr>
              <p:cNvSpPr txBox="1"/>
              <p:nvPr/>
            </p:nvSpPr>
            <p:spPr>
              <a:xfrm>
                <a:off x="7333992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1EAC7B-79F1-F8F7-4306-8459BEA34FDE}"/>
                  </a:ext>
                </a:extLst>
              </p:cNvPr>
              <p:cNvSpPr txBox="1"/>
              <p:nvPr/>
            </p:nvSpPr>
            <p:spPr>
              <a:xfrm>
                <a:off x="7310842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Numbers</a:t>
                </a:r>
              </a:p>
            </p:txBody>
          </p:sp>
        </p:grpSp>
      </p:grpSp>
      <p:sp>
        <p:nvSpPr>
          <p:cNvPr id="12" name="!!Ch5_Chapter"/>
          <p:cNvSpPr txBox="1"/>
          <p:nvPr/>
        </p:nvSpPr>
        <p:spPr>
          <a:xfrm>
            <a:off x="4488688" y="1391920"/>
            <a:ext cx="1804084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FFFF00"/>
                </a:solidFill>
                <a:latin typeface="Aptos" panose="02110004020202020204"/>
              </a:rPr>
              <a:t>Chapter</a:t>
            </a:r>
          </a:p>
        </p:txBody>
      </p:sp>
      <p:sp>
        <p:nvSpPr>
          <p:cNvPr id="92" name="!!Ch5_s"/>
          <p:cNvSpPr txBox="1"/>
          <p:nvPr/>
        </p:nvSpPr>
        <p:spPr>
          <a:xfrm>
            <a:off x="6292850" y="1391920"/>
            <a:ext cx="248466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FFFF00"/>
                </a:solidFill>
                <a:latin typeface="Aptos" panose="02110004020202020204"/>
              </a:rPr>
              <a:t>s</a:t>
            </a:r>
          </a:p>
        </p:txBody>
      </p:sp>
      <p:sp>
        <p:nvSpPr>
          <p:cNvPr id="93" name="!!Ch5_5"/>
          <p:cNvSpPr txBox="1"/>
          <p:nvPr/>
        </p:nvSpPr>
        <p:spPr>
          <a:xfrm>
            <a:off x="6541261" y="1391920"/>
            <a:ext cx="37830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FFFF00"/>
                </a:solidFill>
                <a:latin typeface="Aptos" panose="02110004020202020204"/>
              </a:rPr>
              <a:t> 5</a:t>
            </a:r>
          </a:p>
        </p:txBody>
      </p:sp>
      <p:sp>
        <p:nvSpPr>
          <p:cNvPr id="94" name="!!Ch5_28"/>
          <p:cNvSpPr txBox="1"/>
          <p:nvPr/>
        </p:nvSpPr>
        <p:spPr>
          <a:xfrm>
            <a:off x="6919595" y="1391920"/>
            <a:ext cx="78386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FFFF00"/>
                </a:solidFill>
                <a:latin typeface="Aptos" panose="02110004020202020204"/>
              </a:rPr>
              <a:t>–28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806209-435E-C044-1329-B24872C5C74E}"/>
              </a:ext>
            </a:extLst>
          </p:cNvPr>
          <p:cNvSpPr txBox="1"/>
          <p:nvPr/>
        </p:nvSpPr>
        <p:spPr>
          <a:xfrm>
            <a:off x="587193" y="1933427"/>
            <a:ext cx="37158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Deuteronomy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903E3-4963-609C-BF1E-F1231BA889FF}"/>
              </a:ext>
            </a:extLst>
          </p:cNvPr>
          <p:cNvSpPr txBox="1"/>
          <p:nvPr/>
        </p:nvSpPr>
        <p:spPr>
          <a:xfrm>
            <a:off x="3996156" y="3976617"/>
            <a:ext cx="3998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New Moses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3EA3A4-4B1E-9D40-7231-CBA1B1A5F139}"/>
              </a:ext>
            </a:extLst>
          </p:cNvPr>
          <p:cNvSpPr txBox="1"/>
          <p:nvPr/>
        </p:nvSpPr>
        <p:spPr>
          <a:xfrm>
            <a:off x="748557" y="2502034"/>
            <a:ext cx="4594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Moses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18A952-D688-A832-DBD9-C3E7FAF4199D}"/>
              </a:ext>
            </a:extLst>
          </p:cNvPr>
          <p:cNvSpPr txBox="1"/>
          <p:nvPr/>
        </p:nvSpPr>
        <p:spPr>
          <a:xfrm>
            <a:off x="7994617" y="1931773"/>
            <a:ext cx="37517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Matthew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48E0CE-852B-67AB-0663-27825A7ABD7D}"/>
              </a:ext>
            </a:extLst>
          </p:cNvPr>
          <p:cNvSpPr txBox="1"/>
          <p:nvPr/>
        </p:nvSpPr>
        <p:spPr>
          <a:xfrm>
            <a:off x="7994617" y="2502034"/>
            <a:ext cx="3715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Jesus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85C659D-4230-6CE5-76BB-E7DFA90C234C}"/>
              </a:ext>
            </a:extLst>
          </p:cNvPr>
          <p:cNvSpPr/>
          <p:nvPr/>
        </p:nvSpPr>
        <p:spPr>
          <a:xfrm>
            <a:off x="1405828" y="4823013"/>
            <a:ext cx="1735898" cy="100404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5-7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DA8B16D-087F-E767-DCE1-541FC8C30876}"/>
              </a:ext>
            </a:extLst>
          </p:cNvPr>
          <p:cNvSpPr/>
          <p:nvPr/>
        </p:nvSpPr>
        <p:spPr>
          <a:xfrm>
            <a:off x="3304367" y="4835648"/>
            <a:ext cx="1735898" cy="100404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261820A-76F1-2A2A-3BA4-A082D7C0976A}"/>
              </a:ext>
            </a:extLst>
          </p:cNvPr>
          <p:cNvSpPr/>
          <p:nvPr/>
        </p:nvSpPr>
        <p:spPr>
          <a:xfrm>
            <a:off x="5202906" y="4823013"/>
            <a:ext cx="1735898" cy="100404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13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00FF9A5-146C-7A77-AEBB-0A640C29AA6C}"/>
              </a:ext>
            </a:extLst>
          </p:cNvPr>
          <p:cNvSpPr/>
          <p:nvPr/>
        </p:nvSpPr>
        <p:spPr>
          <a:xfrm>
            <a:off x="7126668" y="4823013"/>
            <a:ext cx="1735898" cy="100404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18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96C3C55-37EA-D65D-99F5-207C1B513B15}"/>
              </a:ext>
            </a:extLst>
          </p:cNvPr>
          <p:cNvSpPr/>
          <p:nvPr/>
        </p:nvSpPr>
        <p:spPr>
          <a:xfrm>
            <a:off x="9050274" y="4823013"/>
            <a:ext cx="1735898" cy="100404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24-25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581A0D-D295-3131-B78C-8642EDEA0DA0}"/>
              </a:ext>
            </a:extLst>
          </p:cNvPr>
          <p:cNvSpPr txBox="1"/>
          <p:nvPr/>
        </p:nvSpPr>
        <p:spPr>
          <a:xfrm>
            <a:off x="15268353" y="77192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88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5" grpId="0"/>
      <p:bldP spid="25" grpId="0"/>
      <p:bldP spid="26" grpId="0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4CA2C-CFC1-048E-EE53-801537BB4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0957C-23BD-962D-9F79-605A5297C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72" y="-381833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 of Matthew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75EA1F4-DA92-0124-D1B2-64A8DFAB0B66}"/>
              </a:ext>
            </a:extLst>
          </p:cNvPr>
          <p:cNvGrpSpPr/>
          <p:nvPr/>
        </p:nvGrpSpPr>
        <p:grpSpPr>
          <a:xfrm>
            <a:off x="-2341504" y="-1373187"/>
            <a:ext cx="9825059" cy="1415772"/>
            <a:chOff x="-118257" y="2721114"/>
            <a:chExt cx="9825059" cy="141577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716DF29-5892-AACB-1EC1-B40EBD152104}"/>
                </a:ext>
              </a:extLst>
            </p:cNvPr>
            <p:cNvGrpSpPr/>
            <p:nvPr/>
          </p:nvGrpSpPr>
          <p:grpSpPr>
            <a:xfrm>
              <a:off x="-118257" y="2721114"/>
              <a:ext cx="2546430" cy="1415772"/>
              <a:chOff x="-118257" y="2721114"/>
              <a:chExt cx="2546430" cy="141577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80BC40-F525-D42D-3435-8AC59C5EC73F}"/>
                  </a:ext>
                </a:extLst>
              </p:cNvPr>
              <p:cNvSpPr txBox="1"/>
              <p:nvPr/>
            </p:nvSpPr>
            <p:spPr>
              <a:xfrm>
                <a:off x="5536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1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052DF7-DA71-8DA6-04BB-FB0827F44851}"/>
                  </a:ext>
                </a:extLst>
              </p:cNvPr>
              <p:cNvSpPr txBox="1"/>
              <p:nvPr/>
            </p:nvSpPr>
            <p:spPr>
              <a:xfrm>
                <a:off x="-118257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Genesis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E7B6F6A-925F-6FA0-76BD-4667E767A00B}"/>
                </a:ext>
              </a:extLst>
            </p:cNvPr>
            <p:cNvGrpSpPr/>
            <p:nvPr/>
          </p:nvGrpSpPr>
          <p:grpSpPr>
            <a:xfrm>
              <a:off x="2173528" y="2721114"/>
              <a:ext cx="2627455" cy="1415772"/>
              <a:chOff x="2173528" y="2721114"/>
              <a:chExt cx="2627455" cy="141577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E23C42-0AB7-A8A4-4EC2-511C0A093DBE}"/>
                  </a:ext>
                </a:extLst>
              </p:cNvPr>
              <p:cNvSpPr txBox="1"/>
              <p:nvPr/>
            </p:nvSpPr>
            <p:spPr>
              <a:xfrm>
                <a:off x="242817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2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C048A75-7D92-1342-82B5-56263FD0189E}"/>
                  </a:ext>
                </a:extLst>
              </p:cNvPr>
              <p:cNvSpPr txBox="1"/>
              <p:nvPr/>
            </p:nvSpPr>
            <p:spPr>
              <a:xfrm>
                <a:off x="217352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Exodus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7D62E83-FFD0-8A7C-5853-DEED2E43F632}"/>
                </a:ext>
              </a:extLst>
            </p:cNvPr>
            <p:cNvGrpSpPr/>
            <p:nvPr/>
          </p:nvGrpSpPr>
          <p:grpSpPr>
            <a:xfrm>
              <a:off x="4835708" y="2721114"/>
              <a:ext cx="2430680" cy="1415772"/>
              <a:chOff x="4835708" y="2721114"/>
              <a:chExt cx="2430680" cy="141577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D0033C-B16A-8EE3-BBB8-ADEE1BA26A0F}"/>
                  </a:ext>
                </a:extLst>
              </p:cNvPr>
              <p:cNvSpPr txBox="1"/>
              <p:nvPr/>
            </p:nvSpPr>
            <p:spPr>
              <a:xfrm>
                <a:off x="4893578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3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2B1E65-83BA-3924-2F97-5DF38EA0C300}"/>
                  </a:ext>
                </a:extLst>
              </p:cNvPr>
              <p:cNvSpPr txBox="1"/>
              <p:nvPr/>
            </p:nvSpPr>
            <p:spPr>
              <a:xfrm>
                <a:off x="483570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Leviticus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D485D64-04B3-B299-6B88-D31B3714376B}"/>
                </a:ext>
              </a:extLst>
            </p:cNvPr>
            <p:cNvGrpSpPr/>
            <p:nvPr/>
          </p:nvGrpSpPr>
          <p:grpSpPr>
            <a:xfrm>
              <a:off x="7310842" y="2721114"/>
              <a:ext cx="2395960" cy="1415772"/>
              <a:chOff x="7310842" y="2721114"/>
              <a:chExt cx="2395960" cy="141577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3236EB-55BB-76F6-E993-B6E236ECBB6E}"/>
                  </a:ext>
                </a:extLst>
              </p:cNvPr>
              <p:cNvSpPr txBox="1"/>
              <p:nvPr/>
            </p:nvSpPr>
            <p:spPr>
              <a:xfrm>
                <a:off x="7333992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A1F6FE-A0CB-1D7A-41DB-64C52A2F29FB}"/>
                  </a:ext>
                </a:extLst>
              </p:cNvPr>
              <p:cNvSpPr txBox="1"/>
              <p:nvPr/>
            </p:nvSpPr>
            <p:spPr>
              <a:xfrm>
                <a:off x="7310842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Numbers</a:t>
                </a:r>
              </a:p>
            </p:txBody>
          </p: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CA18C7A-650C-96C7-166C-E95DF57B37D5}"/>
              </a:ext>
            </a:extLst>
          </p:cNvPr>
          <p:cNvSpPr txBox="1"/>
          <p:nvPr/>
        </p:nvSpPr>
        <p:spPr>
          <a:xfrm>
            <a:off x="845797" y="-5048666"/>
            <a:ext cx="37158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Deuteronomy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935435-D60F-306C-BA30-C86052D7415E}"/>
              </a:ext>
            </a:extLst>
          </p:cNvPr>
          <p:cNvSpPr txBox="1"/>
          <p:nvPr/>
        </p:nvSpPr>
        <p:spPr>
          <a:xfrm>
            <a:off x="0" y="624182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New Moses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827093-82F8-4796-8A54-7A7039B9F969}"/>
              </a:ext>
            </a:extLst>
          </p:cNvPr>
          <p:cNvSpPr txBox="1"/>
          <p:nvPr/>
        </p:nvSpPr>
        <p:spPr>
          <a:xfrm>
            <a:off x="1007161" y="-4480059"/>
            <a:ext cx="4594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Moses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AECF4A-CC27-44AE-1F83-F98282E032EE}"/>
              </a:ext>
            </a:extLst>
          </p:cNvPr>
          <p:cNvSpPr txBox="1"/>
          <p:nvPr/>
        </p:nvSpPr>
        <p:spPr>
          <a:xfrm>
            <a:off x="7873854" y="-4820043"/>
            <a:ext cx="37517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Matthew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F9085C-8078-E885-5650-050B264DD53D}"/>
              </a:ext>
            </a:extLst>
          </p:cNvPr>
          <p:cNvSpPr txBox="1"/>
          <p:nvPr/>
        </p:nvSpPr>
        <p:spPr>
          <a:xfrm>
            <a:off x="7873854" y="-4249782"/>
            <a:ext cx="3715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Jesus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5B6E136-AC80-AC3D-832B-7C09BF24EC01}"/>
              </a:ext>
            </a:extLst>
          </p:cNvPr>
          <p:cNvSpPr/>
          <p:nvPr/>
        </p:nvSpPr>
        <p:spPr>
          <a:xfrm>
            <a:off x="1405828" y="1962585"/>
            <a:ext cx="1735898" cy="100404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5-7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ECB26CF-9D25-5651-E152-3DC1156136D3}"/>
              </a:ext>
            </a:extLst>
          </p:cNvPr>
          <p:cNvSpPr/>
          <p:nvPr/>
        </p:nvSpPr>
        <p:spPr>
          <a:xfrm>
            <a:off x="3304367" y="1975220"/>
            <a:ext cx="1735898" cy="100404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E86EB54-3B7B-5486-5049-6FC280F7ED57}"/>
              </a:ext>
            </a:extLst>
          </p:cNvPr>
          <p:cNvSpPr/>
          <p:nvPr/>
        </p:nvSpPr>
        <p:spPr>
          <a:xfrm>
            <a:off x="5202906" y="1962585"/>
            <a:ext cx="1735898" cy="100404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13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1A9737E4-A05A-EBD7-F579-F709415E8DFD}"/>
              </a:ext>
            </a:extLst>
          </p:cNvPr>
          <p:cNvSpPr/>
          <p:nvPr/>
        </p:nvSpPr>
        <p:spPr>
          <a:xfrm>
            <a:off x="7126668" y="1962585"/>
            <a:ext cx="1735898" cy="100404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18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C7C96F3-430A-5ECF-263B-51EA55B7388E}"/>
              </a:ext>
            </a:extLst>
          </p:cNvPr>
          <p:cNvSpPr/>
          <p:nvPr/>
        </p:nvSpPr>
        <p:spPr>
          <a:xfrm>
            <a:off x="9050274" y="1962585"/>
            <a:ext cx="1735898" cy="100404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24-25</a:t>
            </a:r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0EA9E924-F467-4A7A-95BA-E92ADD4A5C5B}"/>
              </a:ext>
            </a:extLst>
          </p:cNvPr>
          <p:cNvSpPr/>
          <p:nvPr/>
        </p:nvSpPr>
        <p:spPr>
          <a:xfrm>
            <a:off x="2953345" y="3147154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1FAA51-FF2B-AA0C-254C-39681B222413}"/>
              </a:ext>
            </a:extLst>
          </p:cNvPr>
          <p:cNvSpPr txBox="1"/>
          <p:nvPr/>
        </p:nvSpPr>
        <p:spPr>
          <a:xfrm>
            <a:off x="2103390" y="4798720"/>
            <a:ext cx="2238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7:28</a:t>
            </a:r>
          </a:p>
        </p:txBody>
      </p:sp>
      <p:sp>
        <p:nvSpPr>
          <p:cNvPr id="23" name="Up Arrow 22">
            <a:extLst>
              <a:ext uri="{FF2B5EF4-FFF2-40B4-BE49-F238E27FC236}">
                <a16:creationId xmlns:a16="http://schemas.microsoft.com/office/drawing/2014/main" id="{BF9AF748-65B2-9364-1521-254587C3EB91}"/>
              </a:ext>
            </a:extLst>
          </p:cNvPr>
          <p:cNvSpPr/>
          <p:nvPr/>
        </p:nvSpPr>
        <p:spPr>
          <a:xfrm>
            <a:off x="4841411" y="3151902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0F4C99-90B9-9152-C079-9F9130FC3EB9}"/>
              </a:ext>
            </a:extLst>
          </p:cNvPr>
          <p:cNvSpPr txBox="1"/>
          <p:nvPr/>
        </p:nvSpPr>
        <p:spPr>
          <a:xfrm>
            <a:off x="3991456" y="4803468"/>
            <a:ext cx="2238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11:1</a:t>
            </a:r>
          </a:p>
        </p:txBody>
      </p:sp>
      <p:sp>
        <p:nvSpPr>
          <p:cNvPr id="32" name="Up Arrow 31">
            <a:extLst>
              <a:ext uri="{FF2B5EF4-FFF2-40B4-BE49-F238E27FC236}">
                <a16:creationId xmlns:a16="http://schemas.microsoft.com/office/drawing/2014/main" id="{463BD876-5DDC-DF3F-FFE3-836CB0E88B8F}"/>
              </a:ext>
            </a:extLst>
          </p:cNvPr>
          <p:cNvSpPr/>
          <p:nvPr/>
        </p:nvSpPr>
        <p:spPr>
          <a:xfrm>
            <a:off x="6729477" y="3151902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23E4B3-D300-E38A-4A10-98687F576846}"/>
              </a:ext>
            </a:extLst>
          </p:cNvPr>
          <p:cNvSpPr txBox="1"/>
          <p:nvPr/>
        </p:nvSpPr>
        <p:spPr>
          <a:xfrm>
            <a:off x="5879522" y="4803468"/>
            <a:ext cx="2238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13:53</a:t>
            </a:r>
          </a:p>
        </p:txBody>
      </p:sp>
      <p:sp>
        <p:nvSpPr>
          <p:cNvPr id="34" name="Up Arrow 33">
            <a:extLst>
              <a:ext uri="{FF2B5EF4-FFF2-40B4-BE49-F238E27FC236}">
                <a16:creationId xmlns:a16="http://schemas.microsoft.com/office/drawing/2014/main" id="{40021647-1F8D-0297-EFE3-06B850E560FA}"/>
              </a:ext>
            </a:extLst>
          </p:cNvPr>
          <p:cNvSpPr/>
          <p:nvPr/>
        </p:nvSpPr>
        <p:spPr>
          <a:xfrm>
            <a:off x="8699988" y="3147154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060F14-9323-D219-EA07-CEF2E9A23E26}"/>
              </a:ext>
            </a:extLst>
          </p:cNvPr>
          <p:cNvSpPr txBox="1"/>
          <p:nvPr/>
        </p:nvSpPr>
        <p:spPr>
          <a:xfrm>
            <a:off x="7850033" y="4798720"/>
            <a:ext cx="2238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19:1</a:t>
            </a:r>
          </a:p>
        </p:txBody>
      </p:sp>
      <p:sp>
        <p:nvSpPr>
          <p:cNvPr id="36" name="Up Arrow 35">
            <a:extLst>
              <a:ext uri="{FF2B5EF4-FFF2-40B4-BE49-F238E27FC236}">
                <a16:creationId xmlns:a16="http://schemas.microsoft.com/office/drawing/2014/main" id="{C16282CB-2A1B-EA82-7B70-4D7C69A68A69}"/>
              </a:ext>
            </a:extLst>
          </p:cNvPr>
          <p:cNvSpPr/>
          <p:nvPr/>
        </p:nvSpPr>
        <p:spPr>
          <a:xfrm>
            <a:off x="10670499" y="3142406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FA6D60-2510-74C7-6ED6-DE703FAD3763}"/>
              </a:ext>
            </a:extLst>
          </p:cNvPr>
          <p:cNvSpPr txBox="1"/>
          <p:nvPr/>
        </p:nvSpPr>
        <p:spPr>
          <a:xfrm>
            <a:off x="9820544" y="4793972"/>
            <a:ext cx="22385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26:1</a:t>
            </a:r>
          </a:p>
        </p:txBody>
      </p:sp>
      <p:sp>
        <p:nvSpPr>
          <p:cNvPr id="40" name="!!Ch5_Chapter"/>
          <p:cNvSpPr txBox="1"/>
          <p:nvPr/>
        </p:nvSpPr>
        <p:spPr>
          <a:xfrm>
            <a:off x="4488688" y="-2648266"/>
            <a:ext cx="1804085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FFFF00"/>
                </a:solidFill>
                <a:latin typeface="Aptos" panose="02110004020202020204"/>
              </a:rPr>
              <a:t>Chapter</a:t>
            </a:r>
          </a:p>
        </p:txBody>
      </p:sp>
      <p:sp>
        <p:nvSpPr>
          <p:cNvPr id="41" name="!!Ch5_s"/>
          <p:cNvSpPr txBox="1"/>
          <p:nvPr/>
        </p:nvSpPr>
        <p:spPr>
          <a:xfrm>
            <a:off x="6292850" y="-2648266"/>
            <a:ext cx="248467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FFFF00"/>
                </a:solidFill>
                <a:latin typeface="Aptos" panose="02110004020202020204"/>
              </a:rPr>
              <a:t>s</a:t>
            </a:r>
          </a:p>
        </p:txBody>
      </p:sp>
      <p:sp>
        <p:nvSpPr>
          <p:cNvPr id="42" name="!!Ch5_5"/>
          <p:cNvSpPr txBox="1"/>
          <p:nvPr/>
        </p:nvSpPr>
        <p:spPr>
          <a:xfrm>
            <a:off x="6541262" y="-2648266"/>
            <a:ext cx="37830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FFFF00"/>
                </a:solidFill>
                <a:latin typeface="Aptos" panose="02110004020202020204"/>
              </a:rPr>
              <a:t> 5</a:t>
            </a:r>
          </a:p>
        </p:txBody>
      </p:sp>
      <p:sp>
        <p:nvSpPr>
          <p:cNvPr id="43" name="!!Ch5_28"/>
          <p:cNvSpPr txBox="1"/>
          <p:nvPr/>
        </p:nvSpPr>
        <p:spPr>
          <a:xfrm>
            <a:off x="6919595" y="-2648266"/>
            <a:ext cx="78386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4000" b="0" i="0" u="none" kern="1200" dirty="0">
                <a:solidFill>
                  <a:srgbClr val="FFFF00"/>
                </a:solidFill>
                <a:latin typeface="Aptos" panose="02110004020202020204"/>
              </a:rPr>
              <a:t>–28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CE9EE9-62F0-E473-AD3C-668282F79765}"/>
              </a:ext>
            </a:extLst>
          </p:cNvPr>
          <p:cNvSpPr txBox="1"/>
          <p:nvPr/>
        </p:nvSpPr>
        <p:spPr>
          <a:xfrm>
            <a:off x="-49719" y="6025674"/>
            <a:ext cx="122417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“When Jesus had finished…”</a:t>
            </a:r>
          </a:p>
        </p:txBody>
      </p:sp>
    </p:spTree>
    <p:extLst>
      <p:ext uri="{BB962C8B-B14F-4D97-AF65-F5344CB8AC3E}">
        <p14:creationId xmlns:p14="http://schemas.microsoft.com/office/powerpoint/2010/main" val="1676017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2" grpId="0"/>
      <p:bldP spid="23" grpId="0" animBg="1"/>
      <p:bldP spid="24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ECF2E-AFC0-567F-44CD-9EB9D6FFF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B198-9993-7798-7679-DF58C45A7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572" y="-381833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 of Matthew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9D84912-6EBB-7434-E1AB-B42DE18DB6FC}"/>
              </a:ext>
            </a:extLst>
          </p:cNvPr>
          <p:cNvGrpSpPr/>
          <p:nvPr/>
        </p:nvGrpSpPr>
        <p:grpSpPr>
          <a:xfrm>
            <a:off x="-2341504" y="-1373187"/>
            <a:ext cx="9825059" cy="1415772"/>
            <a:chOff x="-118257" y="2721114"/>
            <a:chExt cx="9825059" cy="141577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2E4A7BB-02E1-D38C-70BA-8179EC4E2BA9}"/>
                </a:ext>
              </a:extLst>
            </p:cNvPr>
            <p:cNvGrpSpPr/>
            <p:nvPr/>
          </p:nvGrpSpPr>
          <p:grpSpPr>
            <a:xfrm>
              <a:off x="-118257" y="2721114"/>
              <a:ext cx="2546430" cy="1415772"/>
              <a:chOff x="-118257" y="2721114"/>
              <a:chExt cx="2546430" cy="141577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23047D-A241-74C4-3FED-978C4BD049D4}"/>
                  </a:ext>
                </a:extLst>
              </p:cNvPr>
              <p:cNvSpPr txBox="1"/>
              <p:nvPr/>
            </p:nvSpPr>
            <p:spPr>
              <a:xfrm>
                <a:off x="5536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1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961AC6B-2D1D-C21D-CD7F-5729B3ADE53D}"/>
                  </a:ext>
                </a:extLst>
              </p:cNvPr>
              <p:cNvSpPr txBox="1"/>
              <p:nvPr/>
            </p:nvSpPr>
            <p:spPr>
              <a:xfrm>
                <a:off x="-118257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Genesis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F089ECA-1A11-418C-0927-CD1CE8CABD47}"/>
                </a:ext>
              </a:extLst>
            </p:cNvPr>
            <p:cNvGrpSpPr/>
            <p:nvPr/>
          </p:nvGrpSpPr>
          <p:grpSpPr>
            <a:xfrm>
              <a:off x="2173528" y="2721114"/>
              <a:ext cx="2627455" cy="1415772"/>
              <a:chOff x="2173528" y="2721114"/>
              <a:chExt cx="2627455" cy="141577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C83728-D734-7E6E-5E18-897729FED3AD}"/>
                  </a:ext>
                </a:extLst>
              </p:cNvPr>
              <p:cNvSpPr txBox="1"/>
              <p:nvPr/>
            </p:nvSpPr>
            <p:spPr>
              <a:xfrm>
                <a:off x="242817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2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87E661-770B-38F7-0FD0-64027B4C7175}"/>
                  </a:ext>
                </a:extLst>
              </p:cNvPr>
              <p:cNvSpPr txBox="1"/>
              <p:nvPr/>
            </p:nvSpPr>
            <p:spPr>
              <a:xfrm>
                <a:off x="217352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Exodus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8EDD3A9-10B7-9922-D5F0-41C2E16795C2}"/>
                </a:ext>
              </a:extLst>
            </p:cNvPr>
            <p:cNvGrpSpPr/>
            <p:nvPr/>
          </p:nvGrpSpPr>
          <p:grpSpPr>
            <a:xfrm>
              <a:off x="4835708" y="2721114"/>
              <a:ext cx="2430680" cy="1415772"/>
              <a:chOff x="4835708" y="2721114"/>
              <a:chExt cx="2430680" cy="141577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5E4C74-40D5-4112-6DA9-E8AC9A309FE0}"/>
                  </a:ext>
                </a:extLst>
              </p:cNvPr>
              <p:cNvSpPr txBox="1"/>
              <p:nvPr/>
            </p:nvSpPr>
            <p:spPr>
              <a:xfrm>
                <a:off x="4893578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3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7D35F49-3957-7C32-4F85-548C8CE9DA7D}"/>
                  </a:ext>
                </a:extLst>
              </p:cNvPr>
              <p:cNvSpPr txBox="1"/>
              <p:nvPr/>
            </p:nvSpPr>
            <p:spPr>
              <a:xfrm>
                <a:off x="483570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Leviticus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1B1175F-4419-8A91-1003-1EE6D70B603F}"/>
                </a:ext>
              </a:extLst>
            </p:cNvPr>
            <p:cNvGrpSpPr/>
            <p:nvPr/>
          </p:nvGrpSpPr>
          <p:grpSpPr>
            <a:xfrm>
              <a:off x="7310842" y="2721114"/>
              <a:ext cx="2395960" cy="1415772"/>
              <a:chOff x="7310842" y="2721114"/>
              <a:chExt cx="2395960" cy="141577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904BB3-9436-3044-0B44-A02ECC5371F5}"/>
                  </a:ext>
                </a:extLst>
              </p:cNvPr>
              <p:cNvSpPr txBox="1"/>
              <p:nvPr/>
            </p:nvSpPr>
            <p:spPr>
              <a:xfrm>
                <a:off x="7333992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785FE2-982B-01C5-77BB-07C1FFBE2557}"/>
                  </a:ext>
                </a:extLst>
              </p:cNvPr>
              <p:cNvSpPr txBox="1"/>
              <p:nvPr/>
            </p:nvSpPr>
            <p:spPr>
              <a:xfrm>
                <a:off x="7310842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Numbers</a:t>
                </a:r>
              </a:p>
            </p:txBody>
          </p:sp>
        </p:grpSp>
      </p:grpSp>
      <p:sp>
        <p:nvSpPr>
          <p:cNvPr id="12" name="Chapters 5-28">
            <a:extLst>
              <a:ext uri="{FF2B5EF4-FFF2-40B4-BE49-F238E27FC236}">
                <a16:creationId xmlns:a16="http://schemas.microsoft.com/office/drawing/2014/main" id="{EC65D3DE-6EF1-3CFE-A9C8-F0CBD9AEB126}"/>
              </a:ext>
            </a:extLst>
          </p:cNvPr>
          <p:cNvSpPr txBox="1"/>
          <p:nvPr/>
        </p:nvSpPr>
        <p:spPr>
          <a:xfrm>
            <a:off x="4488687" y="-2593059"/>
            <a:ext cx="35059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Chapters 5–28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60F6F9-F252-C80F-41CE-9CFE4DBB2633}"/>
              </a:ext>
            </a:extLst>
          </p:cNvPr>
          <p:cNvSpPr txBox="1"/>
          <p:nvPr/>
        </p:nvSpPr>
        <p:spPr>
          <a:xfrm>
            <a:off x="845797" y="-5048666"/>
            <a:ext cx="37158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Deuteronomy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E85F72-B935-F8AA-7AAE-8624FE06E935}"/>
              </a:ext>
            </a:extLst>
          </p:cNvPr>
          <p:cNvSpPr txBox="1"/>
          <p:nvPr/>
        </p:nvSpPr>
        <p:spPr>
          <a:xfrm>
            <a:off x="0" y="-104049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New Moses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28419E-07DA-54BC-E2D1-B994215D90C9}"/>
              </a:ext>
            </a:extLst>
          </p:cNvPr>
          <p:cNvSpPr txBox="1"/>
          <p:nvPr/>
        </p:nvSpPr>
        <p:spPr>
          <a:xfrm>
            <a:off x="1007161" y="-4480059"/>
            <a:ext cx="4594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Moses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50C12F-4712-6F3D-59C1-FA07D0BC035D}"/>
              </a:ext>
            </a:extLst>
          </p:cNvPr>
          <p:cNvSpPr txBox="1"/>
          <p:nvPr/>
        </p:nvSpPr>
        <p:spPr>
          <a:xfrm>
            <a:off x="7994617" y="-1897282"/>
            <a:ext cx="37517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Matthew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019B61-9AAC-82A5-E37E-5739864F02DC}"/>
              </a:ext>
            </a:extLst>
          </p:cNvPr>
          <p:cNvSpPr txBox="1"/>
          <p:nvPr/>
        </p:nvSpPr>
        <p:spPr>
          <a:xfrm>
            <a:off x="7994617" y="-1327021"/>
            <a:ext cx="3715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Jesus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06B4793-E84E-5BB1-F4D9-2CFAEEC613D7}"/>
              </a:ext>
            </a:extLst>
          </p:cNvPr>
          <p:cNvSpPr/>
          <p:nvPr/>
        </p:nvSpPr>
        <p:spPr>
          <a:xfrm>
            <a:off x="762000" y="1181100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5-7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39A3226-DA47-0BDB-E00A-45BFC9017AA4}"/>
              </a:ext>
            </a:extLst>
          </p:cNvPr>
          <p:cNvSpPr/>
          <p:nvPr/>
        </p:nvSpPr>
        <p:spPr>
          <a:xfrm>
            <a:off x="2994025" y="1181100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55C3BE9-47FA-11BA-960F-846B1003B5FD}"/>
              </a:ext>
            </a:extLst>
          </p:cNvPr>
          <p:cNvSpPr/>
          <p:nvPr/>
        </p:nvSpPr>
        <p:spPr>
          <a:xfrm>
            <a:off x="5226050" y="1181100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13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CB3F89F-1C68-D403-5049-5420B5F49BBC}"/>
              </a:ext>
            </a:extLst>
          </p:cNvPr>
          <p:cNvSpPr/>
          <p:nvPr/>
        </p:nvSpPr>
        <p:spPr>
          <a:xfrm>
            <a:off x="7458075" y="1181100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18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AC9AA96-C206-3C69-C038-1CA86EEB4BD3}"/>
              </a:ext>
            </a:extLst>
          </p:cNvPr>
          <p:cNvSpPr/>
          <p:nvPr/>
        </p:nvSpPr>
        <p:spPr>
          <a:xfrm>
            <a:off x="9690100" y="1181100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24-25</a:t>
            </a:r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553C7287-28F8-A349-1676-1C84B1782BDE}"/>
              </a:ext>
            </a:extLst>
          </p:cNvPr>
          <p:cNvSpPr/>
          <p:nvPr/>
        </p:nvSpPr>
        <p:spPr>
          <a:xfrm>
            <a:off x="2953345" y="-1917216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3F3A4D-E985-62FD-A6EA-3B05F6DDFBE9}"/>
              </a:ext>
            </a:extLst>
          </p:cNvPr>
          <p:cNvSpPr txBox="1"/>
          <p:nvPr/>
        </p:nvSpPr>
        <p:spPr>
          <a:xfrm>
            <a:off x="514350" y="2286000"/>
            <a:ext cx="223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7:28</a:t>
            </a:r>
          </a:p>
        </p:txBody>
      </p:sp>
      <p:sp>
        <p:nvSpPr>
          <p:cNvPr id="23" name="Up Arrow 22">
            <a:extLst>
              <a:ext uri="{FF2B5EF4-FFF2-40B4-BE49-F238E27FC236}">
                <a16:creationId xmlns:a16="http://schemas.microsoft.com/office/drawing/2014/main" id="{E0B095D7-4F16-467E-82AF-1A1A454F27A3}"/>
              </a:ext>
            </a:extLst>
          </p:cNvPr>
          <p:cNvSpPr/>
          <p:nvPr/>
        </p:nvSpPr>
        <p:spPr>
          <a:xfrm>
            <a:off x="4841411" y="-1912468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467546-D04C-9F46-C304-0576ED75C0EB}"/>
              </a:ext>
            </a:extLst>
          </p:cNvPr>
          <p:cNvSpPr txBox="1"/>
          <p:nvPr/>
        </p:nvSpPr>
        <p:spPr>
          <a:xfrm>
            <a:off x="2746375" y="2286000"/>
            <a:ext cx="223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11:1</a:t>
            </a:r>
          </a:p>
        </p:txBody>
      </p:sp>
      <p:sp>
        <p:nvSpPr>
          <p:cNvPr id="32" name="Up Arrow 31">
            <a:extLst>
              <a:ext uri="{FF2B5EF4-FFF2-40B4-BE49-F238E27FC236}">
                <a16:creationId xmlns:a16="http://schemas.microsoft.com/office/drawing/2014/main" id="{EAEC992D-9970-59DB-E174-0BAB9F43DF52}"/>
              </a:ext>
            </a:extLst>
          </p:cNvPr>
          <p:cNvSpPr/>
          <p:nvPr/>
        </p:nvSpPr>
        <p:spPr>
          <a:xfrm>
            <a:off x="6729477" y="-1912468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EA843F-72E4-3A63-0B2D-F1457C2EFBAE}"/>
              </a:ext>
            </a:extLst>
          </p:cNvPr>
          <p:cNvSpPr txBox="1"/>
          <p:nvPr/>
        </p:nvSpPr>
        <p:spPr>
          <a:xfrm>
            <a:off x="4978400" y="2286000"/>
            <a:ext cx="223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13:53</a:t>
            </a:r>
          </a:p>
        </p:txBody>
      </p:sp>
      <p:sp>
        <p:nvSpPr>
          <p:cNvPr id="34" name="Up Arrow 33">
            <a:extLst>
              <a:ext uri="{FF2B5EF4-FFF2-40B4-BE49-F238E27FC236}">
                <a16:creationId xmlns:a16="http://schemas.microsoft.com/office/drawing/2014/main" id="{20AC9026-E269-2D81-64A3-8EACBA122432}"/>
              </a:ext>
            </a:extLst>
          </p:cNvPr>
          <p:cNvSpPr/>
          <p:nvPr/>
        </p:nvSpPr>
        <p:spPr>
          <a:xfrm>
            <a:off x="8699988" y="-1917216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77E9A3-5023-9197-E9AA-57FBB67233B5}"/>
              </a:ext>
            </a:extLst>
          </p:cNvPr>
          <p:cNvSpPr txBox="1"/>
          <p:nvPr/>
        </p:nvSpPr>
        <p:spPr>
          <a:xfrm>
            <a:off x="7210425" y="2286000"/>
            <a:ext cx="223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19:1</a:t>
            </a:r>
          </a:p>
        </p:txBody>
      </p:sp>
      <p:sp>
        <p:nvSpPr>
          <p:cNvPr id="36" name="Up Arrow 35">
            <a:extLst>
              <a:ext uri="{FF2B5EF4-FFF2-40B4-BE49-F238E27FC236}">
                <a16:creationId xmlns:a16="http://schemas.microsoft.com/office/drawing/2014/main" id="{05F7FD60-076A-F420-71C2-DBF03B297CD3}"/>
              </a:ext>
            </a:extLst>
          </p:cNvPr>
          <p:cNvSpPr/>
          <p:nvPr/>
        </p:nvSpPr>
        <p:spPr>
          <a:xfrm>
            <a:off x="10670499" y="-1921964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5A5D92-DF5B-1EDC-EDF2-69C7E14953C9}"/>
              </a:ext>
            </a:extLst>
          </p:cNvPr>
          <p:cNvSpPr txBox="1"/>
          <p:nvPr/>
        </p:nvSpPr>
        <p:spPr>
          <a:xfrm>
            <a:off x="9442450" y="2286000"/>
            <a:ext cx="223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26:1</a:t>
            </a:r>
          </a:p>
        </p:txBody>
      </p:sp>
      <p:sp>
        <p:nvSpPr>
          <p:cNvPr id="21" name="Up Arrow 20">
            <a:extLst>
              <a:ext uri="{FF2B5EF4-FFF2-40B4-BE49-F238E27FC236}">
                <a16:creationId xmlns:a16="http://schemas.microsoft.com/office/drawing/2014/main" id="{17A0AB75-C025-1D29-A9D1-D3B41E6F6082}"/>
              </a:ext>
            </a:extLst>
          </p:cNvPr>
          <p:cNvSpPr/>
          <p:nvPr/>
        </p:nvSpPr>
        <p:spPr>
          <a:xfrm>
            <a:off x="270572" y="2197100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ECA7A92-201D-FE95-E701-E65D8479949B}"/>
              </a:ext>
            </a:extLst>
          </p:cNvPr>
          <p:cNvSpPr/>
          <p:nvPr/>
        </p:nvSpPr>
        <p:spPr>
          <a:xfrm>
            <a:off x="137211" y="4735651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1-4</a:t>
            </a:r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8C8A1E41-2B26-EBC1-E1CD-AB36284D4623}"/>
              </a:ext>
            </a:extLst>
          </p:cNvPr>
          <p:cNvSpPr/>
          <p:nvPr/>
        </p:nvSpPr>
        <p:spPr>
          <a:xfrm>
            <a:off x="2479151" y="2197100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573BFF0-74CA-AF95-9CD1-B0ADD92CCBD9}"/>
              </a:ext>
            </a:extLst>
          </p:cNvPr>
          <p:cNvSpPr/>
          <p:nvPr/>
        </p:nvSpPr>
        <p:spPr>
          <a:xfrm>
            <a:off x="1896813" y="4735651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8-9</a:t>
            </a:r>
          </a:p>
        </p:txBody>
      </p:sp>
      <p:sp>
        <p:nvSpPr>
          <p:cNvPr id="43" name="Up Arrow 42">
            <a:extLst>
              <a:ext uri="{FF2B5EF4-FFF2-40B4-BE49-F238E27FC236}">
                <a16:creationId xmlns:a16="http://schemas.microsoft.com/office/drawing/2014/main" id="{1442A333-830A-32E8-1DED-C66D80538F6A}"/>
              </a:ext>
            </a:extLst>
          </p:cNvPr>
          <p:cNvSpPr/>
          <p:nvPr/>
        </p:nvSpPr>
        <p:spPr>
          <a:xfrm>
            <a:off x="4717592" y="2184400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3DEAEC1-ADAD-95C0-4045-A430D33E543A}"/>
              </a:ext>
            </a:extLst>
          </p:cNvPr>
          <p:cNvSpPr/>
          <p:nvPr/>
        </p:nvSpPr>
        <p:spPr>
          <a:xfrm>
            <a:off x="4111626" y="4735651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11-12</a:t>
            </a:r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53C25503-DA79-4D05-A286-8E6E9B538B74}"/>
              </a:ext>
            </a:extLst>
          </p:cNvPr>
          <p:cNvSpPr/>
          <p:nvPr/>
        </p:nvSpPr>
        <p:spPr>
          <a:xfrm>
            <a:off x="6956033" y="2197100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33F1EF0E-9A67-6269-0465-C8AE77FD6D19}"/>
              </a:ext>
            </a:extLst>
          </p:cNvPr>
          <p:cNvSpPr/>
          <p:nvPr/>
        </p:nvSpPr>
        <p:spPr>
          <a:xfrm>
            <a:off x="6340476" y="4735287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14-17</a:t>
            </a:r>
          </a:p>
        </p:txBody>
      </p:sp>
      <p:sp>
        <p:nvSpPr>
          <p:cNvPr id="51" name="Up Arrow 50">
            <a:extLst>
              <a:ext uri="{FF2B5EF4-FFF2-40B4-BE49-F238E27FC236}">
                <a16:creationId xmlns:a16="http://schemas.microsoft.com/office/drawing/2014/main" id="{07CE0FDB-9684-B115-28C7-EF3A314D0972}"/>
              </a:ext>
            </a:extLst>
          </p:cNvPr>
          <p:cNvSpPr/>
          <p:nvPr/>
        </p:nvSpPr>
        <p:spPr>
          <a:xfrm>
            <a:off x="9188058" y="2135049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28C4426-6A91-6207-C8C4-B1BB776DEEF0}"/>
              </a:ext>
            </a:extLst>
          </p:cNvPr>
          <p:cNvSpPr/>
          <p:nvPr/>
        </p:nvSpPr>
        <p:spPr>
          <a:xfrm>
            <a:off x="8605720" y="4726523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19-23</a:t>
            </a:r>
          </a:p>
        </p:txBody>
      </p:sp>
      <p:sp>
        <p:nvSpPr>
          <p:cNvPr id="53" name="Up Arrow 52">
            <a:extLst>
              <a:ext uri="{FF2B5EF4-FFF2-40B4-BE49-F238E27FC236}">
                <a16:creationId xmlns:a16="http://schemas.microsoft.com/office/drawing/2014/main" id="{E8AEEFE5-819D-1C70-453F-21CA40E9842C}"/>
              </a:ext>
            </a:extLst>
          </p:cNvPr>
          <p:cNvSpPr/>
          <p:nvPr/>
        </p:nvSpPr>
        <p:spPr>
          <a:xfrm>
            <a:off x="11458730" y="2197100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4AB60612-BD7F-ED63-9EA3-AF3CF04A4DA4}"/>
              </a:ext>
            </a:extLst>
          </p:cNvPr>
          <p:cNvSpPr/>
          <p:nvPr/>
        </p:nvSpPr>
        <p:spPr>
          <a:xfrm>
            <a:off x="10365322" y="4726523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26-28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B02ADD-82CA-3A41-EAE0-A32E65599534}"/>
              </a:ext>
            </a:extLst>
          </p:cNvPr>
          <p:cNvSpPr txBox="1"/>
          <p:nvPr/>
        </p:nvSpPr>
        <p:spPr>
          <a:xfrm>
            <a:off x="7690338" y="103397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75B420-7133-1BEE-EAFC-E197DEF40E79}"/>
              </a:ext>
            </a:extLst>
          </p:cNvPr>
          <p:cNvSpPr txBox="1"/>
          <p:nvPr/>
        </p:nvSpPr>
        <p:spPr>
          <a:xfrm>
            <a:off x="-49718" y="5918469"/>
            <a:ext cx="122417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Jesus with the People</a:t>
            </a:r>
          </a:p>
        </p:txBody>
      </p:sp>
    </p:spTree>
    <p:extLst>
      <p:ext uri="{BB962C8B-B14F-4D97-AF65-F5344CB8AC3E}">
        <p14:creationId xmlns:p14="http://schemas.microsoft.com/office/powerpoint/2010/main" val="2445362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25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75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9EBB7-5D63-93F6-C7B9-F6DE2FDA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0666-2E75-9D9D-8348-46582B0C6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22" y="40198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 of Matthew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BBF268-F17B-9217-CCFB-267C48B64B32}"/>
              </a:ext>
            </a:extLst>
          </p:cNvPr>
          <p:cNvGrpSpPr/>
          <p:nvPr/>
        </p:nvGrpSpPr>
        <p:grpSpPr>
          <a:xfrm>
            <a:off x="-2261755" y="-3440582"/>
            <a:ext cx="9825059" cy="1415772"/>
            <a:chOff x="-118257" y="2721114"/>
            <a:chExt cx="9825059" cy="141577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84A9A43-70D9-7336-C7CF-409E6789E8B5}"/>
                </a:ext>
              </a:extLst>
            </p:cNvPr>
            <p:cNvGrpSpPr/>
            <p:nvPr/>
          </p:nvGrpSpPr>
          <p:grpSpPr>
            <a:xfrm>
              <a:off x="-118257" y="2721114"/>
              <a:ext cx="2546430" cy="1415772"/>
              <a:chOff x="-118257" y="2721114"/>
              <a:chExt cx="2546430" cy="141577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CC1D80-3862-F670-AA5D-98D460010103}"/>
                  </a:ext>
                </a:extLst>
              </p:cNvPr>
              <p:cNvSpPr txBox="1"/>
              <p:nvPr/>
            </p:nvSpPr>
            <p:spPr>
              <a:xfrm>
                <a:off x="5536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1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68BBA7-4B4A-98AD-EFA3-1734A81C8A01}"/>
                  </a:ext>
                </a:extLst>
              </p:cNvPr>
              <p:cNvSpPr txBox="1"/>
              <p:nvPr/>
            </p:nvSpPr>
            <p:spPr>
              <a:xfrm>
                <a:off x="-118257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Genesis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8B8B39E-D540-5E1B-68F7-7BB700D519A8}"/>
                </a:ext>
              </a:extLst>
            </p:cNvPr>
            <p:cNvGrpSpPr/>
            <p:nvPr/>
          </p:nvGrpSpPr>
          <p:grpSpPr>
            <a:xfrm>
              <a:off x="2173528" y="2721114"/>
              <a:ext cx="2627455" cy="1415772"/>
              <a:chOff x="2173528" y="2721114"/>
              <a:chExt cx="2627455" cy="141577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814E59-D1CB-3DB6-DD38-116FD3BD2395}"/>
                  </a:ext>
                </a:extLst>
              </p:cNvPr>
              <p:cNvSpPr txBox="1"/>
              <p:nvPr/>
            </p:nvSpPr>
            <p:spPr>
              <a:xfrm>
                <a:off x="242817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2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B35DD8-B996-1012-B7A5-3F27451F3B8C}"/>
                  </a:ext>
                </a:extLst>
              </p:cNvPr>
              <p:cNvSpPr txBox="1"/>
              <p:nvPr/>
            </p:nvSpPr>
            <p:spPr>
              <a:xfrm>
                <a:off x="217352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Exodus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60B5B2F-3BF0-C0E5-6237-2F4BBED398B0}"/>
                </a:ext>
              </a:extLst>
            </p:cNvPr>
            <p:cNvGrpSpPr/>
            <p:nvPr/>
          </p:nvGrpSpPr>
          <p:grpSpPr>
            <a:xfrm>
              <a:off x="4835708" y="2721114"/>
              <a:ext cx="2430680" cy="1415772"/>
              <a:chOff x="4835708" y="2721114"/>
              <a:chExt cx="2430680" cy="141577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B7E2FD-99F3-FF45-DA6E-92443EA71585}"/>
                  </a:ext>
                </a:extLst>
              </p:cNvPr>
              <p:cNvSpPr txBox="1"/>
              <p:nvPr/>
            </p:nvSpPr>
            <p:spPr>
              <a:xfrm>
                <a:off x="4893578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3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94CD9B-D6B4-AAC8-17BF-C6DD4914159D}"/>
                  </a:ext>
                </a:extLst>
              </p:cNvPr>
              <p:cNvSpPr txBox="1"/>
              <p:nvPr/>
            </p:nvSpPr>
            <p:spPr>
              <a:xfrm>
                <a:off x="483570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Leviticus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1D125A5-7AE2-4786-4C61-4641C897B85E}"/>
                </a:ext>
              </a:extLst>
            </p:cNvPr>
            <p:cNvGrpSpPr/>
            <p:nvPr/>
          </p:nvGrpSpPr>
          <p:grpSpPr>
            <a:xfrm>
              <a:off x="7310842" y="2721114"/>
              <a:ext cx="2395960" cy="1415772"/>
              <a:chOff x="7310842" y="2721114"/>
              <a:chExt cx="2395960" cy="141577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F65EAE-AE46-206E-8A1C-9D5821E8178C}"/>
                  </a:ext>
                </a:extLst>
              </p:cNvPr>
              <p:cNvSpPr txBox="1"/>
              <p:nvPr/>
            </p:nvSpPr>
            <p:spPr>
              <a:xfrm>
                <a:off x="7333992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6723B7-EF8E-3F86-7ECD-2F78FD1CFADC}"/>
                  </a:ext>
                </a:extLst>
              </p:cNvPr>
              <p:cNvSpPr txBox="1"/>
              <p:nvPr/>
            </p:nvSpPr>
            <p:spPr>
              <a:xfrm>
                <a:off x="7310842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Numbers</a:t>
                </a:r>
              </a:p>
            </p:txBody>
          </p:sp>
        </p:grpSp>
      </p:grpSp>
      <p:sp>
        <p:nvSpPr>
          <p:cNvPr id="12" name="Chapters 5-28">
            <a:extLst>
              <a:ext uri="{FF2B5EF4-FFF2-40B4-BE49-F238E27FC236}">
                <a16:creationId xmlns:a16="http://schemas.microsoft.com/office/drawing/2014/main" id="{42FBE1F9-1EA7-C00E-A721-BDB042A6BAF2}"/>
              </a:ext>
            </a:extLst>
          </p:cNvPr>
          <p:cNvSpPr txBox="1"/>
          <p:nvPr/>
        </p:nvSpPr>
        <p:spPr>
          <a:xfrm>
            <a:off x="4488688" y="-4660454"/>
            <a:ext cx="2372810" cy="7078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Chapters 5–28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9B52ED-6070-53C4-99AE-B3A884289494}"/>
              </a:ext>
            </a:extLst>
          </p:cNvPr>
          <p:cNvSpPr txBox="1"/>
          <p:nvPr/>
        </p:nvSpPr>
        <p:spPr>
          <a:xfrm>
            <a:off x="925546" y="-7116061"/>
            <a:ext cx="37158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Deuteronomy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B966CB-E4AE-5FEE-B966-11CA32CFF4F4}"/>
              </a:ext>
            </a:extLst>
          </p:cNvPr>
          <p:cNvSpPr txBox="1"/>
          <p:nvPr/>
        </p:nvSpPr>
        <p:spPr>
          <a:xfrm>
            <a:off x="0" y="1600200"/>
            <a:ext cx="12192000" cy="7694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New Moses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30C311-6637-4F40-96DC-AFE761E161C2}"/>
              </a:ext>
            </a:extLst>
          </p:cNvPr>
          <p:cNvSpPr txBox="1"/>
          <p:nvPr/>
        </p:nvSpPr>
        <p:spPr>
          <a:xfrm>
            <a:off x="1086910" y="-6547454"/>
            <a:ext cx="4594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Moses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18BD32-CC3B-04AE-1BBE-51CB1AE9B25B}"/>
              </a:ext>
            </a:extLst>
          </p:cNvPr>
          <p:cNvSpPr txBox="1"/>
          <p:nvPr/>
        </p:nvSpPr>
        <p:spPr>
          <a:xfrm>
            <a:off x="8074366" y="-3964677"/>
            <a:ext cx="37517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Matthew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56A884-EE61-5C77-9F27-D8252173974A}"/>
              </a:ext>
            </a:extLst>
          </p:cNvPr>
          <p:cNvSpPr txBox="1"/>
          <p:nvPr/>
        </p:nvSpPr>
        <p:spPr>
          <a:xfrm>
            <a:off x="8074366" y="-3394416"/>
            <a:ext cx="3715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Jesus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4D679B6-9D6B-0A63-5AAC-A6C5AFAAF428}"/>
              </a:ext>
            </a:extLst>
          </p:cNvPr>
          <p:cNvSpPr/>
          <p:nvPr/>
        </p:nvSpPr>
        <p:spPr>
          <a:xfrm>
            <a:off x="762000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5-7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1018494-353A-964B-8FAC-FAA919E68026}"/>
              </a:ext>
            </a:extLst>
          </p:cNvPr>
          <p:cNvSpPr/>
          <p:nvPr/>
        </p:nvSpPr>
        <p:spPr>
          <a:xfrm>
            <a:off x="2994025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A4C02D1-BEDC-883E-E8AB-3EC07FEE291E}"/>
              </a:ext>
            </a:extLst>
          </p:cNvPr>
          <p:cNvSpPr/>
          <p:nvPr/>
        </p:nvSpPr>
        <p:spPr>
          <a:xfrm>
            <a:off x="5226050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13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73ACA50-F1A6-17B4-39A1-ED2CCC791B85}"/>
              </a:ext>
            </a:extLst>
          </p:cNvPr>
          <p:cNvSpPr/>
          <p:nvPr/>
        </p:nvSpPr>
        <p:spPr>
          <a:xfrm>
            <a:off x="7458075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18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7B36C05-52B5-507B-0CE8-F3E91FA7B9C3}"/>
              </a:ext>
            </a:extLst>
          </p:cNvPr>
          <p:cNvSpPr/>
          <p:nvPr/>
        </p:nvSpPr>
        <p:spPr>
          <a:xfrm>
            <a:off x="9690100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24-25</a:t>
            </a:r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CA9E7D0A-CF45-3D07-25E7-7ABC8753B563}"/>
              </a:ext>
            </a:extLst>
          </p:cNvPr>
          <p:cNvSpPr/>
          <p:nvPr/>
        </p:nvSpPr>
        <p:spPr>
          <a:xfrm>
            <a:off x="3033094" y="-3984611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Up Arrow 22">
            <a:extLst>
              <a:ext uri="{FF2B5EF4-FFF2-40B4-BE49-F238E27FC236}">
                <a16:creationId xmlns:a16="http://schemas.microsoft.com/office/drawing/2014/main" id="{D437AF62-EB8E-85A0-8DEF-C2EDBAF6A1A8}"/>
              </a:ext>
            </a:extLst>
          </p:cNvPr>
          <p:cNvSpPr/>
          <p:nvPr/>
        </p:nvSpPr>
        <p:spPr>
          <a:xfrm>
            <a:off x="4921160" y="-3979863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Up Arrow 31">
            <a:extLst>
              <a:ext uri="{FF2B5EF4-FFF2-40B4-BE49-F238E27FC236}">
                <a16:creationId xmlns:a16="http://schemas.microsoft.com/office/drawing/2014/main" id="{04479000-AFD5-4F10-E774-4A1DEB5F6018}"/>
              </a:ext>
            </a:extLst>
          </p:cNvPr>
          <p:cNvSpPr/>
          <p:nvPr/>
        </p:nvSpPr>
        <p:spPr>
          <a:xfrm>
            <a:off x="6809226" y="-3979863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Up Arrow 33">
            <a:extLst>
              <a:ext uri="{FF2B5EF4-FFF2-40B4-BE49-F238E27FC236}">
                <a16:creationId xmlns:a16="http://schemas.microsoft.com/office/drawing/2014/main" id="{59817C65-AAD5-57EC-5C22-1D43CE69BF41}"/>
              </a:ext>
            </a:extLst>
          </p:cNvPr>
          <p:cNvSpPr/>
          <p:nvPr/>
        </p:nvSpPr>
        <p:spPr>
          <a:xfrm>
            <a:off x="8779737" y="-3984611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Up Arrow 35">
            <a:extLst>
              <a:ext uri="{FF2B5EF4-FFF2-40B4-BE49-F238E27FC236}">
                <a16:creationId xmlns:a16="http://schemas.microsoft.com/office/drawing/2014/main" id="{5403499F-9799-52D9-6FD6-9B3AEDFA8C59}"/>
              </a:ext>
            </a:extLst>
          </p:cNvPr>
          <p:cNvSpPr/>
          <p:nvPr/>
        </p:nvSpPr>
        <p:spPr>
          <a:xfrm>
            <a:off x="10750248" y="-3989359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Up Arrow 20">
            <a:extLst>
              <a:ext uri="{FF2B5EF4-FFF2-40B4-BE49-F238E27FC236}">
                <a16:creationId xmlns:a16="http://schemas.microsoft.com/office/drawing/2014/main" id="{B944FC5D-3282-41B7-338C-9A71B056F239}"/>
              </a:ext>
            </a:extLst>
          </p:cNvPr>
          <p:cNvSpPr/>
          <p:nvPr/>
        </p:nvSpPr>
        <p:spPr>
          <a:xfrm>
            <a:off x="350321" y="-4783828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CE8592E-F7CE-E3F0-69A6-8871C910A057}"/>
              </a:ext>
            </a:extLst>
          </p:cNvPr>
          <p:cNvSpPr/>
          <p:nvPr/>
        </p:nvSpPr>
        <p:spPr>
          <a:xfrm>
            <a:off x="31306" y="3445882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1-4</a:t>
            </a:r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8A813BAB-85C0-63C8-FAED-4A79B8106EA1}"/>
              </a:ext>
            </a:extLst>
          </p:cNvPr>
          <p:cNvSpPr/>
          <p:nvPr/>
        </p:nvSpPr>
        <p:spPr>
          <a:xfrm>
            <a:off x="2558900" y="-4893997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E8022E6-BC08-39D2-B4DE-2C1604C41EB6}"/>
              </a:ext>
            </a:extLst>
          </p:cNvPr>
          <p:cNvSpPr/>
          <p:nvPr/>
        </p:nvSpPr>
        <p:spPr>
          <a:xfrm>
            <a:off x="1896813" y="3445882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8-9</a:t>
            </a:r>
          </a:p>
        </p:txBody>
      </p:sp>
      <p:sp>
        <p:nvSpPr>
          <p:cNvPr id="43" name="Up Arrow 42">
            <a:extLst>
              <a:ext uri="{FF2B5EF4-FFF2-40B4-BE49-F238E27FC236}">
                <a16:creationId xmlns:a16="http://schemas.microsoft.com/office/drawing/2014/main" id="{B6872E9C-F8F2-FD33-6431-913F91F8F8F5}"/>
              </a:ext>
            </a:extLst>
          </p:cNvPr>
          <p:cNvSpPr/>
          <p:nvPr/>
        </p:nvSpPr>
        <p:spPr>
          <a:xfrm>
            <a:off x="4797341" y="-4796528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D48B641-4936-8637-0A92-BCBC5C084486}"/>
              </a:ext>
            </a:extLst>
          </p:cNvPr>
          <p:cNvSpPr/>
          <p:nvPr/>
        </p:nvSpPr>
        <p:spPr>
          <a:xfrm>
            <a:off x="4108450" y="3451084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11-12</a:t>
            </a:r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6E406400-05D0-B1A2-61C0-6D1CE1A748DD}"/>
              </a:ext>
            </a:extLst>
          </p:cNvPr>
          <p:cNvSpPr/>
          <p:nvPr/>
        </p:nvSpPr>
        <p:spPr>
          <a:xfrm>
            <a:off x="7035782" y="-5024186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F55E2745-A833-C56D-B341-4258485AC918}"/>
              </a:ext>
            </a:extLst>
          </p:cNvPr>
          <p:cNvSpPr/>
          <p:nvPr/>
        </p:nvSpPr>
        <p:spPr>
          <a:xfrm>
            <a:off x="6373695" y="3451894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14-17</a:t>
            </a:r>
          </a:p>
        </p:txBody>
      </p:sp>
      <p:sp>
        <p:nvSpPr>
          <p:cNvPr id="51" name="Up Arrow 50">
            <a:extLst>
              <a:ext uri="{FF2B5EF4-FFF2-40B4-BE49-F238E27FC236}">
                <a16:creationId xmlns:a16="http://schemas.microsoft.com/office/drawing/2014/main" id="{2AB76982-6F53-CE0C-E240-DCC856716B40}"/>
              </a:ext>
            </a:extLst>
          </p:cNvPr>
          <p:cNvSpPr/>
          <p:nvPr/>
        </p:nvSpPr>
        <p:spPr>
          <a:xfrm>
            <a:off x="9267807" y="-4947691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D85258D-9CA6-1070-DFDA-3D7127789C46}"/>
              </a:ext>
            </a:extLst>
          </p:cNvPr>
          <p:cNvSpPr/>
          <p:nvPr/>
        </p:nvSpPr>
        <p:spPr>
          <a:xfrm>
            <a:off x="8638940" y="3448322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19-23</a:t>
            </a:r>
          </a:p>
        </p:txBody>
      </p:sp>
      <p:sp>
        <p:nvSpPr>
          <p:cNvPr id="53" name="Up Arrow 52">
            <a:extLst>
              <a:ext uri="{FF2B5EF4-FFF2-40B4-BE49-F238E27FC236}">
                <a16:creationId xmlns:a16="http://schemas.microsoft.com/office/drawing/2014/main" id="{9C68F6CA-191B-9CCE-23F0-0ED9B61FEE5D}"/>
              </a:ext>
            </a:extLst>
          </p:cNvPr>
          <p:cNvSpPr/>
          <p:nvPr/>
        </p:nvSpPr>
        <p:spPr>
          <a:xfrm>
            <a:off x="11538479" y="-5024186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6D086E4-A330-8B69-CBC6-E2152DB3F576}"/>
              </a:ext>
            </a:extLst>
          </p:cNvPr>
          <p:cNvSpPr/>
          <p:nvPr/>
        </p:nvSpPr>
        <p:spPr>
          <a:xfrm>
            <a:off x="10420794" y="3439189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26-28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ECFA916-F89D-7EAA-2C91-0875F6164D2C}"/>
              </a:ext>
            </a:extLst>
          </p:cNvPr>
          <p:cNvSpPr txBox="1"/>
          <p:nvPr/>
        </p:nvSpPr>
        <p:spPr>
          <a:xfrm>
            <a:off x="7690338" y="103397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3DCFBE4-8197-2746-7239-554B0E07C9CF}"/>
              </a:ext>
            </a:extLst>
          </p:cNvPr>
          <p:cNvSpPr txBox="1"/>
          <p:nvPr/>
        </p:nvSpPr>
        <p:spPr>
          <a:xfrm>
            <a:off x="-24858" y="4559300"/>
            <a:ext cx="12241718" cy="7694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Jesus with the People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7DAC41-F2CF-59F6-9CF2-4C038CB608A7}"/>
              </a:ext>
            </a:extLst>
          </p:cNvPr>
          <p:cNvSpPr/>
          <p:nvPr/>
        </p:nvSpPr>
        <p:spPr>
          <a:xfrm>
            <a:off x="4113041" y="1600200"/>
            <a:ext cx="396591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Sermons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BC16687-BAEC-2D54-4E5F-CAEFE1459A89}"/>
              </a:ext>
            </a:extLst>
          </p:cNvPr>
          <p:cNvSpPr/>
          <p:nvPr/>
        </p:nvSpPr>
        <p:spPr>
          <a:xfrm>
            <a:off x="3382531" y="4559300"/>
            <a:ext cx="542693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Stories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9521E14-999B-7F84-2C66-A73F7FF6AB26}"/>
              </a:ext>
            </a:extLst>
          </p:cNvPr>
          <p:cNvSpPr/>
          <p:nvPr/>
        </p:nvSpPr>
        <p:spPr>
          <a:xfrm>
            <a:off x="4113041" y="1600200"/>
            <a:ext cx="396591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Teaching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C77D8A1-AED7-BE8F-58B2-884C4242A610}"/>
              </a:ext>
            </a:extLst>
          </p:cNvPr>
          <p:cNvSpPr/>
          <p:nvPr/>
        </p:nvSpPr>
        <p:spPr>
          <a:xfrm>
            <a:off x="3663461" y="4559300"/>
            <a:ext cx="486507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Validating Authority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B163CD-7AB7-DE03-0A60-6993CFBC9D2D}"/>
              </a:ext>
            </a:extLst>
          </p:cNvPr>
          <p:cNvSpPr/>
          <p:nvPr/>
        </p:nvSpPr>
        <p:spPr>
          <a:xfrm>
            <a:off x="3583011" y="4559300"/>
            <a:ext cx="5025977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Authoritative Deeds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32DC2F-B992-8E72-FAEC-BB9126389034}"/>
              </a:ext>
            </a:extLst>
          </p:cNvPr>
          <p:cNvSpPr/>
          <p:nvPr/>
        </p:nvSpPr>
        <p:spPr>
          <a:xfrm>
            <a:off x="2286000" y="1600200"/>
            <a:ext cx="7620000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Authoritative Teachings</a:t>
            </a:r>
          </a:p>
        </p:txBody>
      </p:sp>
    </p:spTree>
    <p:extLst>
      <p:ext uri="{BB962C8B-B14F-4D97-AF65-F5344CB8AC3E}">
        <p14:creationId xmlns:p14="http://schemas.microsoft.com/office/powerpoint/2010/main" val="1089945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5" grpId="0" animBg="1"/>
      <p:bldP spid="46" grpId="0" animBg="1"/>
      <p:bldP spid="47" grpId="0" animBg="1"/>
      <p:bldP spid="22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3AFDB-7223-B267-0BE2-42047FAF1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95378-EE6A-3174-F433-D9F3A7680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22" y="40198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 of Matthew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2AD7AF8-73DD-8E0D-DBA7-4E7B1067C38B}"/>
              </a:ext>
            </a:extLst>
          </p:cNvPr>
          <p:cNvGrpSpPr/>
          <p:nvPr/>
        </p:nvGrpSpPr>
        <p:grpSpPr>
          <a:xfrm>
            <a:off x="-2261755" y="-3440582"/>
            <a:ext cx="9825059" cy="1415772"/>
            <a:chOff x="-118257" y="2721114"/>
            <a:chExt cx="9825059" cy="141577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5A7C07D-9BD0-1CAD-3353-4A7DCA8735B1}"/>
                </a:ext>
              </a:extLst>
            </p:cNvPr>
            <p:cNvGrpSpPr/>
            <p:nvPr/>
          </p:nvGrpSpPr>
          <p:grpSpPr>
            <a:xfrm>
              <a:off x="-118257" y="2721114"/>
              <a:ext cx="2546430" cy="1415772"/>
              <a:chOff x="-118257" y="2721114"/>
              <a:chExt cx="2546430" cy="141577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BF80D1-B4EF-4992-6A5C-EFA3CB7F8F8F}"/>
                  </a:ext>
                </a:extLst>
              </p:cNvPr>
              <p:cNvSpPr txBox="1"/>
              <p:nvPr/>
            </p:nvSpPr>
            <p:spPr>
              <a:xfrm>
                <a:off x="5536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1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EAB615-FE78-FF6D-F03F-8106270A3034}"/>
                  </a:ext>
                </a:extLst>
              </p:cNvPr>
              <p:cNvSpPr txBox="1"/>
              <p:nvPr/>
            </p:nvSpPr>
            <p:spPr>
              <a:xfrm>
                <a:off x="-118257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Genesis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580DF47-25B8-D330-C36C-BD6794D5170E}"/>
                </a:ext>
              </a:extLst>
            </p:cNvPr>
            <p:cNvGrpSpPr/>
            <p:nvPr/>
          </p:nvGrpSpPr>
          <p:grpSpPr>
            <a:xfrm>
              <a:off x="2173528" y="2721114"/>
              <a:ext cx="2627455" cy="1415772"/>
              <a:chOff x="2173528" y="2721114"/>
              <a:chExt cx="2627455" cy="141577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1ADEDB-F08E-FC26-994F-C55750037A67}"/>
                  </a:ext>
                </a:extLst>
              </p:cNvPr>
              <p:cNvSpPr txBox="1"/>
              <p:nvPr/>
            </p:nvSpPr>
            <p:spPr>
              <a:xfrm>
                <a:off x="242817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2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E7A7DF-8B5F-1F0F-9CA2-42624F1958F9}"/>
                  </a:ext>
                </a:extLst>
              </p:cNvPr>
              <p:cNvSpPr txBox="1"/>
              <p:nvPr/>
            </p:nvSpPr>
            <p:spPr>
              <a:xfrm>
                <a:off x="217352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Exodus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17C370A-6710-B239-096A-F5DB4A1D1418}"/>
                </a:ext>
              </a:extLst>
            </p:cNvPr>
            <p:cNvGrpSpPr/>
            <p:nvPr/>
          </p:nvGrpSpPr>
          <p:grpSpPr>
            <a:xfrm>
              <a:off x="4835708" y="2721114"/>
              <a:ext cx="2430680" cy="1415772"/>
              <a:chOff x="4835708" y="2721114"/>
              <a:chExt cx="2430680" cy="141577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74B029-FECD-5DE2-3A57-12663BE1C572}"/>
                  </a:ext>
                </a:extLst>
              </p:cNvPr>
              <p:cNvSpPr txBox="1"/>
              <p:nvPr/>
            </p:nvSpPr>
            <p:spPr>
              <a:xfrm>
                <a:off x="4893578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3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3A7861-AE39-28D7-227A-D41A894ABBA9}"/>
                  </a:ext>
                </a:extLst>
              </p:cNvPr>
              <p:cNvSpPr txBox="1"/>
              <p:nvPr/>
            </p:nvSpPr>
            <p:spPr>
              <a:xfrm>
                <a:off x="483570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Leviticus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9A3127A-B867-9845-D884-DEE3997E68B1}"/>
                </a:ext>
              </a:extLst>
            </p:cNvPr>
            <p:cNvGrpSpPr/>
            <p:nvPr/>
          </p:nvGrpSpPr>
          <p:grpSpPr>
            <a:xfrm>
              <a:off x="7310842" y="2721114"/>
              <a:ext cx="2395960" cy="1415772"/>
              <a:chOff x="7310842" y="2721114"/>
              <a:chExt cx="2395960" cy="141577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53D7C4-431F-0B11-3B67-498A3C6F2734}"/>
                  </a:ext>
                </a:extLst>
              </p:cNvPr>
              <p:cNvSpPr txBox="1"/>
              <p:nvPr/>
            </p:nvSpPr>
            <p:spPr>
              <a:xfrm>
                <a:off x="7333992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B15872-8BDC-31BD-9062-0A3600CBB895}"/>
                  </a:ext>
                </a:extLst>
              </p:cNvPr>
              <p:cNvSpPr txBox="1"/>
              <p:nvPr/>
            </p:nvSpPr>
            <p:spPr>
              <a:xfrm>
                <a:off x="7310842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Numbers</a:t>
                </a:r>
              </a:p>
            </p:txBody>
          </p:sp>
        </p:grpSp>
      </p:grpSp>
      <p:sp>
        <p:nvSpPr>
          <p:cNvPr id="12" name="Chapters 5-28">
            <a:extLst>
              <a:ext uri="{FF2B5EF4-FFF2-40B4-BE49-F238E27FC236}">
                <a16:creationId xmlns:a16="http://schemas.microsoft.com/office/drawing/2014/main" id="{2A39D7BC-FC90-AA7A-7437-432398A61B06}"/>
              </a:ext>
            </a:extLst>
          </p:cNvPr>
          <p:cNvSpPr txBox="1"/>
          <p:nvPr/>
        </p:nvSpPr>
        <p:spPr>
          <a:xfrm>
            <a:off x="4488688" y="-4660454"/>
            <a:ext cx="2372810" cy="7078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Chapters 5–28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6140BC-1B66-46B7-8599-89C9B3BD178F}"/>
              </a:ext>
            </a:extLst>
          </p:cNvPr>
          <p:cNvSpPr txBox="1"/>
          <p:nvPr/>
        </p:nvSpPr>
        <p:spPr>
          <a:xfrm>
            <a:off x="925546" y="-7116061"/>
            <a:ext cx="37158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Deuteronomy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5B6B8-8064-B761-03DC-88EBE9A6FD40}"/>
              </a:ext>
            </a:extLst>
          </p:cNvPr>
          <p:cNvSpPr txBox="1"/>
          <p:nvPr/>
        </p:nvSpPr>
        <p:spPr>
          <a:xfrm>
            <a:off x="0" y="1600200"/>
            <a:ext cx="12192000" cy="7694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New Moses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3EF54D-8506-1061-D1D0-34D3F65E2E6C}"/>
              </a:ext>
            </a:extLst>
          </p:cNvPr>
          <p:cNvSpPr txBox="1"/>
          <p:nvPr/>
        </p:nvSpPr>
        <p:spPr>
          <a:xfrm>
            <a:off x="1086910" y="-6547454"/>
            <a:ext cx="4594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Moses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DB821E-7549-9F41-DF97-95D205BA7A6B}"/>
              </a:ext>
            </a:extLst>
          </p:cNvPr>
          <p:cNvSpPr txBox="1"/>
          <p:nvPr/>
        </p:nvSpPr>
        <p:spPr>
          <a:xfrm>
            <a:off x="8074366" y="-3964677"/>
            <a:ext cx="37517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Matthew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7C6803-BB9D-9A5E-F475-5CC834AF7D0F}"/>
              </a:ext>
            </a:extLst>
          </p:cNvPr>
          <p:cNvSpPr txBox="1"/>
          <p:nvPr/>
        </p:nvSpPr>
        <p:spPr>
          <a:xfrm>
            <a:off x="8074366" y="-3394416"/>
            <a:ext cx="3715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Jesus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A7DC7AF-11BF-7625-DD22-77E992C4668C}"/>
              </a:ext>
            </a:extLst>
          </p:cNvPr>
          <p:cNvSpPr/>
          <p:nvPr/>
        </p:nvSpPr>
        <p:spPr>
          <a:xfrm>
            <a:off x="4128839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5-7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00AC652-F3F9-99A8-891C-2762CA9C3A7D}"/>
              </a:ext>
            </a:extLst>
          </p:cNvPr>
          <p:cNvSpPr/>
          <p:nvPr/>
        </p:nvSpPr>
        <p:spPr>
          <a:xfrm>
            <a:off x="6323261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6703A5E-C5B2-4CDE-C766-9E457B271836}"/>
              </a:ext>
            </a:extLst>
          </p:cNvPr>
          <p:cNvSpPr/>
          <p:nvPr/>
        </p:nvSpPr>
        <p:spPr>
          <a:xfrm>
            <a:off x="14593061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13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69DBB59-F262-DAC7-A42A-CFAC4F4CDD3F}"/>
              </a:ext>
            </a:extLst>
          </p:cNvPr>
          <p:cNvSpPr/>
          <p:nvPr/>
        </p:nvSpPr>
        <p:spPr>
          <a:xfrm>
            <a:off x="16825086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18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82FEB8A-2F5D-6237-4FDB-3E92B1778FB5}"/>
              </a:ext>
            </a:extLst>
          </p:cNvPr>
          <p:cNvSpPr/>
          <p:nvPr/>
        </p:nvSpPr>
        <p:spPr>
          <a:xfrm>
            <a:off x="19057111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24-25</a:t>
            </a:r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6E44CFC4-4ABA-36FC-F888-2D322ABB32F4}"/>
              </a:ext>
            </a:extLst>
          </p:cNvPr>
          <p:cNvSpPr/>
          <p:nvPr/>
        </p:nvSpPr>
        <p:spPr>
          <a:xfrm>
            <a:off x="3033094" y="-3984611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Up Arrow 22">
            <a:extLst>
              <a:ext uri="{FF2B5EF4-FFF2-40B4-BE49-F238E27FC236}">
                <a16:creationId xmlns:a16="http://schemas.microsoft.com/office/drawing/2014/main" id="{7D5BC2F7-18F7-F1C8-4273-52E340E9628F}"/>
              </a:ext>
            </a:extLst>
          </p:cNvPr>
          <p:cNvSpPr/>
          <p:nvPr/>
        </p:nvSpPr>
        <p:spPr>
          <a:xfrm>
            <a:off x="4921160" y="-3979863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Up Arrow 31">
            <a:extLst>
              <a:ext uri="{FF2B5EF4-FFF2-40B4-BE49-F238E27FC236}">
                <a16:creationId xmlns:a16="http://schemas.microsoft.com/office/drawing/2014/main" id="{2AF041EE-ABC3-0AC2-24DD-40D18A99E538}"/>
              </a:ext>
            </a:extLst>
          </p:cNvPr>
          <p:cNvSpPr/>
          <p:nvPr/>
        </p:nvSpPr>
        <p:spPr>
          <a:xfrm>
            <a:off x="6809226" y="-3979863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Up Arrow 33">
            <a:extLst>
              <a:ext uri="{FF2B5EF4-FFF2-40B4-BE49-F238E27FC236}">
                <a16:creationId xmlns:a16="http://schemas.microsoft.com/office/drawing/2014/main" id="{CCAD4FAC-878A-2E00-5FE0-4439275E0028}"/>
              </a:ext>
            </a:extLst>
          </p:cNvPr>
          <p:cNvSpPr/>
          <p:nvPr/>
        </p:nvSpPr>
        <p:spPr>
          <a:xfrm>
            <a:off x="8779737" y="-3984611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Up Arrow 35">
            <a:extLst>
              <a:ext uri="{FF2B5EF4-FFF2-40B4-BE49-F238E27FC236}">
                <a16:creationId xmlns:a16="http://schemas.microsoft.com/office/drawing/2014/main" id="{21A827A5-9BA3-2D48-9990-3B6DFA50CC25}"/>
              </a:ext>
            </a:extLst>
          </p:cNvPr>
          <p:cNvSpPr/>
          <p:nvPr/>
        </p:nvSpPr>
        <p:spPr>
          <a:xfrm>
            <a:off x="10750248" y="-3989359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Up Arrow 20">
            <a:extLst>
              <a:ext uri="{FF2B5EF4-FFF2-40B4-BE49-F238E27FC236}">
                <a16:creationId xmlns:a16="http://schemas.microsoft.com/office/drawing/2014/main" id="{5ED9763F-B966-A3E6-7FB2-C33DC4DC0318}"/>
              </a:ext>
            </a:extLst>
          </p:cNvPr>
          <p:cNvSpPr/>
          <p:nvPr/>
        </p:nvSpPr>
        <p:spPr>
          <a:xfrm>
            <a:off x="350321" y="-4783828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49D786E-F91F-D4AB-73A2-D42A69FE19F7}"/>
              </a:ext>
            </a:extLst>
          </p:cNvPr>
          <p:cNvSpPr/>
          <p:nvPr/>
        </p:nvSpPr>
        <p:spPr>
          <a:xfrm>
            <a:off x="-2020518" y="3445882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1-4</a:t>
            </a:r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7B4C3D07-36DB-0A59-1C9D-22663F6FCC8B}"/>
              </a:ext>
            </a:extLst>
          </p:cNvPr>
          <p:cNvSpPr/>
          <p:nvPr/>
        </p:nvSpPr>
        <p:spPr>
          <a:xfrm>
            <a:off x="2558900" y="-4893997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2FE17A6-6588-6B49-E722-480EF0AEA9E7}"/>
              </a:ext>
            </a:extLst>
          </p:cNvPr>
          <p:cNvSpPr/>
          <p:nvPr/>
        </p:nvSpPr>
        <p:spPr>
          <a:xfrm>
            <a:off x="5226050" y="3445882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8-9</a:t>
            </a:r>
          </a:p>
        </p:txBody>
      </p:sp>
      <p:sp>
        <p:nvSpPr>
          <p:cNvPr id="43" name="Up Arrow 42">
            <a:extLst>
              <a:ext uri="{FF2B5EF4-FFF2-40B4-BE49-F238E27FC236}">
                <a16:creationId xmlns:a16="http://schemas.microsoft.com/office/drawing/2014/main" id="{317B2B16-5A49-54FD-D38B-D65839D42E0B}"/>
              </a:ext>
            </a:extLst>
          </p:cNvPr>
          <p:cNvSpPr/>
          <p:nvPr/>
        </p:nvSpPr>
        <p:spPr>
          <a:xfrm>
            <a:off x="4797341" y="-4796528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E780FD48-EC75-7BA3-8F0E-C2A976AF25E9}"/>
              </a:ext>
            </a:extLst>
          </p:cNvPr>
          <p:cNvSpPr/>
          <p:nvPr/>
        </p:nvSpPr>
        <p:spPr>
          <a:xfrm>
            <a:off x="13475461" y="3451084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11-12</a:t>
            </a:r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DEB38F0D-1B09-D182-A8F4-4D66F96EA15C}"/>
              </a:ext>
            </a:extLst>
          </p:cNvPr>
          <p:cNvSpPr/>
          <p:nvPr/>
        </p:nvSpPr>
        <p:spPr>
          <a:xfrm>
            <a:off x="7035782" y="-5024186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C026319A-EB1E-9BC9-DEFD-D1537D833147}"/>
              </a:ext>
            </a:extLst>
          </p:cNvPr>
          <p:cNvSpPr/>
          <p:nvPr/>
        </p:nvSpPr>
        <p:spPr>
          <a:xfrm>
            <a:off x="15740706" y="3451894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14-17</a:t>
            </a:r>
          </a:p>
        </p:txBody>
      </p:sp>
      <p:sp>
        <p:nvSpPr>
          <p:cNvPr id="51" name="Up Arrow 50">
            <a:extLst>
              <a:ext uri="{FF2B5EF4-FFF2-40B4-BE49-F238E27FC236}">
                <a16:creationId xmlns:a16="http://schemas.microsoft.com/office/drawing/2014/main" id="{31C50EFB-8F25-245A-6B58-83A145B99308}"/>
              </a:ext>
            </a:extLst>
          </p:cNvPr>
          <p:cNvSpPr/>
          <p:nvPr/>
        </p:nvSpPr>
        <p:spPr>
          <a:xfrm>
            <a:off x="9267807" y="-4947691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8EEF020-F604-9E79-7301-ABAE0FA4EAD8}"/>
              </a:ext>
            </a:extLst>
          </p:cNvPr>
          <p:cNvSpPr/>
          <p:nvPr/>
        </p:nvSpPr>
        <p:spPr>
          <a:xfrm>
            <a:off x="18005951" y="3448322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19-23</a:t>
            </a:r>
          </a:p>
        </p:txBody>
      </p:sp>
      <p:sp>
        <p:nvSpPr>
          <p:cNvPr id="53" name="Up Arrow 52">
            <a:extLst>
              <a:ext uri="{FF2B5EF4-FFF2-40B4-BE49-F238E27FC236}">
                <a16:creationId xmlns:a16="http://schemas.microsoft.com/office/drawing/2014/main" id="{6EFA70ED-18B3-3329-0F4A-2E21D3B81B4A}"/>
              </a:ext>
            </a:extLst>
          </p:cNvPr>
          <p:cNvSpPr/>
          <p:nvPr/>
        </p:nvSpPr>
        <p:spPr>
          <a:xfrm>
            <a:off x="11538479" y="-5024186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C6154A1-10ED-39D5-CB0E-FA7D669B951D}"/>
              </a:ext>
            </a:extLst>
          </p:cNvPr>
          <p:cNvSpPr/>
          <p:nvPr/>
        </p:nvSpPr>
        <p:spPr>
          <a:xfrm>
            <a:off x="19787805" y="3439189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26-28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36CF24-3407-5EFB-49CC-D5C7C0146274}"/>
              </a:ext>
            </a:extLst>
          </p:cNvPr>
          <p:cNvSpPr txBox="1"/>
          <p:nvPr/>
        </p:nvSpPr>
        <p:spPr>
          <a:xfrm>
            <a:off x="7690338" y="103397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80F035-92B7-8AA5-4CFA-B1BEFC390B6E}"/>
              </a:ext>
            </a:extLst>
          </p:cNvPr>
          <p:cNvSpPr txBox="1"/>
          <p:nvPr/>
        </p:nvSpPr>
        <p:spPr>
          <a:xfrm>
            <a:off x="-24858" y="4559300"/>
            <a:ext cx="12241718" cy="7694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Jesus with the People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082AB17-F089-6FE0-15E5-34CACF47DEA0}"/>
              </a:ext>
            </a:extLst>
          </p:cNvPr>
          <p:cNvSpPr/>
          <p:nvPr/>
        </p:nvSpPr>
        <p:spPr>
          <a:xfrm>
            <a:off x="4113041" y="1600200"/>
            <a:ext cx="396591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Sermons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1A41F29-40DF-CD42-1F77-DB336AD64C92}"/>
              </a:ext>
            </a:extLst>
          </p:cNvPr>
          <p:cNvSpPr/>
          <p:nvPr/>
        </p:nvSpPr>
        <p:spPr>
          <a:xfrm>
            <a:off x="3382531" y="4559300"/>
            <a:ext cx="542693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Stories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2849FF7-7704-1D9A-EA41-CD0624E2A7D7}"/>
              </a:ext>
            </a:extLst>
          </p:cNvPr>
          <p:cNvSpPr/>
          <p:nvPr/>
        </p:nvSpPr>
        <p:spPr>
          <a:xfrm>
            <a:off x="4113041" y="1600200"/>
            <a:ext cx="396591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Teaching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FEA75C-E0F8-960D-43A0-C68AD005FA81}"/>
              </a:ext>
            </a:extLst>
          </p:cNvPr>
          <p:cNvSpPr/>
          <p:nvPr/>
        </p:nvSpPr>
        <p:spPr>
          <a:xfrm>
            <a:off x="3663461" y="4559300"/>
            <a:ext cx="486507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Validating Authority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A6CC9C-4515-DFD1-AA05-00F32F4F0888}"/>
              </a:ext>
            </a:extLst>
          </p:cNvPr>
          <p:cNvSpPr/>
          <p:nvPr/>
        </p:nvSpPr>
        <p:spPr>
          <a:xfrm>
            <a:off x="3583011" y="4559300"/>
            <a:ext cx="5025977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Authoritative Deeds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F41A2E-A6D1-FFB8-BD38-D7BCA79DA1DF}"/>
              </a:ext>
            </a:extLst>
          </p:cNvPr>
          <p:cNvSpPr/>
          <p:nvPr/>
        </p:nvSpPr>
        <p:spPr>
          <a:xfrm>
            <a:off x="2286000" y="1600200"/>
            <a:ext cx="7620000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Authoritative Teachings</a:t>
            </a:r>
          </a:p>
        </p:txBody>
      </p:sp>
    </p:spTree>
    <p:extLst>
      <p:ext uri="{BB962C8B-B14F-4D97-AF65-F5344CB8AC3E}">
        <p14:creationId xmlns:p14="http://schemas.microsoft.com/office/powerpoint/2010/main" val="3909319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71B14-94A5-5DD5-612C-D5B64B49F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C0545-D8D8-E22E-3750-BF2E94327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22" y="40198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 of Matthew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7A9FF7E-737D-AFC5-88A5-A619DC072D07}"/>
              </a:ext>
            </a:extLst>
          </p:cNvPr>
          <p:cNvGrpSpPr/>
          <p:nvPr/>
        </p:nvGrpSpPr>
        <p:grpSpPr>
          <a:xfrm>
            <a:off x="-2261755" y="-3440582"/>
            <a:ext cx="9825059" cy="1415772"/>
            <a:chOff x="-118257" y="2721114"/>
            <a:chExt cx="9825059" cy="141577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9948318-1DBB-AFA2-09CD-2CE1A222CEB0}"/>
                </a:ext>
              </a:extLst>
            </p:cNvPr>
            <p:cNvGrpSpPr/>
            <p:nvPr/>
          </p:nvGrpSpPr>
          <p:grpSpPr>
            <a:xfrm>
              <a:off x="-118257" y="2721114"/>
              <a:ext cx="2546430" cy="1415772"/>
              <a:chOff x="-118257" y="2721114"/>
              <a:chExt cx="2546430" cy="141577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A2F163-6C38-8617-79A1-7DA82A3E3E3A}"/>
                  </a:ext>
                </a:extLst>
              </p:cNvPr>
              <p:cNvSpPr txBox="1"/>
              <p:nvPr/>
            </p:nvSpPr>
            <p:spPr>
              <a:xfrm>
                <a:off x="5536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1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F9B1F6-C0AF-E17A-7611-22C901CC80AA}"/>
                  </a:ext>
                </a:extLst>
              </p:cNvPr>
              <p:cNvSpPr txBox="1"/>
              <p:nvPr/>
            </p:nvSpPr>
            <p:spPr>
              <a:xfrm>
                <a:off x="-118257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Genesis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E1218AB-7362-8212-71DB-9B09A3B0E389}"/>
                </a:ext>
              </a:extLst>
            </p:cNvPr>
            <p:cNvGrpSpPr/>
            <p:nvPr/>
          </p:nvGrpSpPr>
          <p:grpSpPr>
            <a:xfrm>
              <a:off x="2173528" y="2721114"/>
              <a:ext cx="2627455" cy="1415772"/>
              <a:chOff x="2173528" y="2721114"/>
              <a:chExt cx="2627455" cy="141577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1B8CC8-E03E-6D4E-D1E6-BB2DE070EC90}"/>
                  </a:ext>
                </a:extLst>
              </p:cNvPr>
              <p:cNvSpPr txBox="1"/>
              <p:nvPr/>
            </p:nvSpPr>
            <p:spPr>
              <a:xfrm>
                <a:off x="242817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2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88E81-0621-EB4A-9AAE-E1250F92CC64}"/>
                  </a:ext>
                </a:extLst>
              </p:cNvPr>
              <p:cNvSpPr txBox="1"/>
              <p:nvPr/>
            </p:nvSpPr>
            <p:spPr>
              <a:xfrm>
                <a:off x="217352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Exodus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248F719-3CE2-0062-1014-E636DB787AAB}"/>
                </a:ext>
              </a:extLst>
            </p:cNvPr>
            <p:cNvGrpSpPr/>
            <p:nvPr/>
          </p:nvGrpSpPr>
          <p:grpSpPr>
            <a:xfrm>
              <a:off x="4835708" y="2721114"/>
              <a:ext cx="2430680" cy="1415772"/>
              <a:chOff x="4835708" y="2721114"/>
              <a:chExt cx="2430680" cy="141577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9517F7-0795-E825-0543-F425F6F66778}"/>
                  </a:ext>
                </a:extLst>
              </p:cNvPr>
              <p:cNvSpPr txBox="1"/>
              <p:nvPr/>
            </p:nvSpPr>
            <p:spPr>
              <a:xfrm>
                <a:off x="4893578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3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93599F-E753-76EC-C8D4-15D51C3464A0}"/>
                  </a:ext>
                </a:extLst>
              </p:cNvPr>
              <p:cNvSpPr txBox="1"/>
              <p:nvPr/>
            </p:nvSpPr>
            <p:spPr>
              <a:xfrm>
                <a:off x="483570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Leviticus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1E75287-62E7-83EA-F804-22CCD81A39C9}"/>
                </a:ext>
              </a:extLst>
            </p:cNvPr>
            <p:cNvGrpSpPr/>
            <p:nvPr/>
          </p:nvGrpSpPr>
          <p:grpSpPr>
            <a:xfrm>
              <a:off x="7310842" y="2721114"/>
              <a:ext cx="2395960" cy="1415772"/>
              <a:chOff x="7310842" y="2721114"/>
              <a:chExt cx="2395960" cy="141577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927303-FFAB-41B6-1996-05696CA1F366}"/>
                  </a:ext>
                </a:extLst>
              </p:cNvPr>
              <p:cNvSpPr txBox="1"/>
              <p:nvPr/>
            </p:nvSpPr>
            <p:spPr>
              <a:xfrm>
                <a:off x="7333992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477F2C-EF48-D8BC-AEB5-314F5586AED2}"/>
                  </a:ext>
                </a:extLst>
              </p:cNvPr>
              <p:cNvSpPr txBox="1"/>
              <p:nvPr/>
            </p:nvSpPr>
            <p:spPr>
              <a:xfrm>
                <a:off x="7310842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Numbers</a:t>
                </a:r>
              </a:p>
            </p:txBody>
          </p:sp>
        </p:grpSp>
      </p:grpSp>
      <p:sp>
        <p:nvSpPr>
          <p:cNvPr id="12" name="Chapters 5-28">
            <a:extLst>
              <a:ext uri="{FF2B5EF4-FFF2-40B4-BE49-F238E27FC236}">
                <a16:creationId xmlns:a16="http://schemas.microsoft.com/office/drawing/2014/main" id="{F8D66F0C-2D21-0D80-FA02-025EB4D94664}"/>
              </a:ext>
            </a:extLst>
          </p:cNvPr>
          <p:cNvSpPr txBox="1"/>
          <p:nvPr/>
        </p:nvSpPr>
        <p:spPr>
          <a:xfrm>
            <a:off x="4488688" y="-4660454"/>
            <a:ext cx="2372810" cy="7078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Chapters 5–28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107D57-FDD4-BCEE-5A91-1BDB233F98D0}"/>
              </a:ext>
            </a:extLst>
          </p:cNvPr>
          <p:cNvSpPr txBox="1"/>
          <p:nvPr/>
        </p:nvSpPr>
        <p:spPr>
          <a:xfrm>
            <a:off x="925546" y="-7116061"/>
            <a:ext cx="37158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Deuteronomy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06CA8-3DF0-3CAF-C7C9-11BD2074F79C}"/>
              </a:ext>
            </a:extLst>
          </p:cNvPr>
          <p:cNvSpPr txBox="1"/>
          <p:nvPr/>
        </p:nvSpPr>
        <p:spPr>
          <a:xfrm>
            <a:off x="0" y="-1088136"/>
            <a:ext cx="12192000" cy="7694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New Moses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354D23-1746-EBB9-C8A9-B4D368591E03}"/>
              </a:ext>
            </a:extLst>
          </p:cNvPr>
          <p:cNvSpPr txBox="1"/>
          <p:nvPr/>
        </p:nvSpPr>
        <p:spPr>
          <a:xfrm>
            <a:off x="1086910" y="-6547454"/>
            <a:ext cx="4594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Moses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26292F-9151-F5AC-884A-9F9262CCD7E1}"/>
              </a:ext>
            </a:extLst>
          </p:cNvPr>
          <p:cNvSpPr txBox="1"/>
          <p:nvPr/>
        </p:nvSpPr>
        <p:spPr>
          <a:xfrm>
            <a:off x="8074366" y="-3964677"/>
            <a:ext cx="37517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Matthew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888494-28AE-6C4D-AE3A-7B4F32F92578}"/>
              </a:ext>
            </a:extLst>
          </p:cNvPr>
          <p:cNvSpPr txBox="1"/>
          <p:nvPr/>
        </p:nvSpPr>
        <p:spPr>
          <a:xfrm>
            <a:off x="8074366" y="-3394416"/>
            <a:ext cx="3715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Jesus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3A0CF97-50CC-FAB0-0BB9-C0BD0755DDC9}"/>
              </a:ext>
            </a:extLst>
          </p:cNvPr>
          <p:cNvSpPr/>
          <p:nvPr/>
        </p:nvSpPr>
        <p:spPr>
          <a:xfrm>
            <a:off x="1371600" y="1879600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5-7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2845177-285A-D155-ABFA-B67444E83680}"/>
              </a:ext>
            </a:extLst>
          </p:cNvPr>
          <p:cNvSpPr/>
          <p:nvPr/>
        </p:nvSpPr>
        <p:spPr>
          <a:xfrm>
            <a:off x="9080500" y="1879600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7B7A44D-A903-78C6-8B13-6525BFDFF876}"/>
              </a:ext>
            </a:extLst>
          </p:cNvPr>
          <p:cNvSpPr/>
          <p:nvPr/>
        </p:nvSpPr>
        <p:spPr>
          <a:xfrm>
            <a:off x="14593061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13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B45F5C7-C3D4-73C9-2FDF-E8B7F322DBF3}"/>
              </a:ext>
            </a:extLst>
          </p:cNvPr>
          <p:cNvSpPr/>
          <p:nvPr/>
        </p:nvSpPr>
        <p:spPr>
          <a:xfrm>
            <a:off x="16825086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18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4611D6C-F679-0B23-B983-445383CFED01}"/>
              </a:ext>
            </a:extLst>
          </p:cNvPr>
          <p:cNvSpPr/>
          <p:nvPr/>
        </p:nvSpPr>
        <p:spPr>
          <a:xfrm>
            <a:off x="19057111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24-25</a:t>
            </a:r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8558D939-8C07-57BD-0A4E-E0ABA07DDA4E}"/>
              </a:ext>
            </a:extLst>
          </p:cNvPr>
          <p:cNvSpPr/>
          <p:nvPr/>
        </p:nvSpPr>
        <p:spPr>
          <a:xfrm>
            <a:off x="3033094" y="-3984611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Up Arrow 22">
            <a:extLst>
              <a:ext uri="{FF2B5EF4-FFF2-40B4-BE49-F238E27FC236}">
                <a16:creationId xmlns:a16="http://schemas.microsoft.com/office/drawing/2014/main" id="{8567E7A9-5351-7484-1B98-F28576CC4F06}"/>
              </a:ext>
            </a:extLst>
          </p:cNvPr>
          <p:cNvSpPr/>
          <p:nvPr/>
        </p:nvSpPr>
        <p:spPr>
          <a:xfrm>
            <a:off x="4921160" y="-3979863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Up Arrow 31">
            <a:extLst>
              <a:ext uri="{FF2B5EF4-FFF2-40B4-BE49-F238E27FC236}">
                <a16:creationId xmlns:a16="http://schemas.microsoft.com/office/drawing/2014/main" id="{9826D1DD-6B94-839C-D205-DB3B9C95AE55}"/>
              </a:ext>
            </a:extLst>
          </p:cNvPr>
          <p:cNvSpPr/>
          <p:nvPr/>
        </p:nvSpPr>
        <p:spPr>
          <a:xfrm>
            <a:off x="6809226" y="-3979863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Up Arrow 33">
            <a:extLst>
              <a:ext uri="{FF2B5EF4-FFF2-40B4-BE49-F238E27FC236}">
                <a16:creationId xmlns:a16="http://schemas.microsoft.com/office/drawing/2014/main" id="{F12B51C1-E54B-658D-5C44-E3813EC243FA}"/>
              </a:ext>
            </a:extLst>
          </p:cNvPr>
          <p:cNvSpPr/>
          <p:nvPr/>
        </p:nvSpPr>
        <p:spPr>
          <a:xfrm>
            <a:off x="8779737" y="-3984611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Up Arrow 35">
            <a:extLst>
              <a:ext uri="{FF2B5EF4-FFF2-40B4-BE49-F238E27FC236}">
                <a16:creationId xmlns:a16="http://schemas.microsoft.com/office/drawing/2014/main" id="{437257D7-9F53-4935-9B15-B259C50C264A}"/>
              </a:ext>
            </a:extLst>
          </p:cNvPr>
          <p:cNvSpPr/>
          <p:nvPr/>
        </p:nvSpPr>
        <p:spPr>
          <a:xfrm>
            <a:off x="10750248" y="-3989359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Up Arrow 20">
            <a:extLst>
              <a:ext uri="{FF2B5EF4-FFF2-40B4-BE49-F238E27FC236}">
                <a16:creationId xmlns:a16="http://schemas.microsoft.com/office/drawing/2014/main" id="{3E27B942-8C9C-7E84-B430-E20CCFE48853}"/>
              </a:ext>
            </a:extLst>
          </p:cNvPr>
          <p:cNvSpPr/>
          <p:nvPr/>
        </p:nvSpPr>
        <p:spPr>
          <a:xfrm>
            <a:off x="350321" y="-4783828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A40B78B-5603-0D85-0944-EA077712E153}"/>
              </a:ext>
            </a:extLst>
          </p:cNvPr>
          <p:cNvSpPr/>
          <p:nvPr/>
        </p:nvSpPr>
        <p:spPr>
          <a:xfrm>
            <a:off x="-2020518" y="3445882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1-4</a:t>
            </a:r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B8D7F99E-B5C9-A48C-4A07-9B09F2819DFB}"/>
              </a:ext>
            </a:extLst>
          </p:cNvPr>
          <p:cNvSpPr/>
          <p:nvPr/>
        </p:nvSpPr>
        <p:spPr>
          <a:xfrm>
            <a:off x="2558900" y="-4893997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1FA27B4-C9EF-CF20-AC0B-0849F2F37544}"/>
              </a:ext>
            </a:extLst>
          </p:cNvPr>
          <p:cNvSpPr/>
          <p:nvPr/>
        </p:nvSpPr>
        <p:spPr>
          <a:xfrm>
            <a:off x="5226050" y="2937882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8-9</a:t>
            </a:r>
          </a:p>
        </p:txBody>
      </p:sp>
      <p:sp>
        <p:nvSpPr>
          <p:cNvPr id="43" name="Up Arrow 42">
            <a:extLst>
              <a:ext uri="{FF2B5EF4-FFF2-40B4-BE49-F238E27FC236}">
                <a16:creationId xmlns:a16="http://schemas.microsoft.com/office/drawing/2014/main" id="{DFAF7B4E-7463-F82E-346F-E46161A04D00}"/>
              </a:ext>
            </a:extLst>
          </p:cNvPr>
          <p:cNvSpPr/>
          <p:nvPr/>
        </p:nvSpPr>
        <p:spPr>
          <a:xfrm>
            <a:off x="4797341" y="-4796528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9C00BC6-E013-62B4-273A-B3A218AFF90C}"/>
              </a:ext>
            </a:extLst>
          </p:cNvPr>
          <p:cNvSpPr/>
          <p:nvPr/>
        </p:nvSpPr>
        <p:spPr>
          <a:xfrm>
            <a:off x="13475461" y="3451084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11-12</a:t>
            </a:r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7FBD0EFB-8E32-E2B6-BED3-CAB6186FA39C}"/>
              </a:ext>
            </a:extLst>
          </p:cNvPr>
          <p:cNvSpPr/>
          <p:nvPr/>
        </p:nvSpPr>
        <p:spPr>
          <a:xfrm>
            <a:off x="7035782" y="-5024186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6C8A06A2-F9EC-35AA-4654-B7247F6CBE24}"/>
              </a:ext>
            </a:extLst>
          </p:cNvPr>
          <p:cNvSpPr/>
          <p:nvPr/>
        </p:nvSpPr>
        <p:spPr>
          <a:xfrm>
            <a:off x="15740706" y="3451894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14-17</a:t>
            </a:r>
          </a:p>
        </p:txBody>
      </p:sp>
      <p:sp>
        <p:nvSpPr>
          <p:cNvPr id="51" name="Up Arrow 50">
            <a:extLst>
              <a:ext uri="{FF2B5EF4-FFF2-40B4-BE49-F238E27FC236}">
                <a16:creationId xmlns:a16="http://schemas.microsoft.com/office/drawing/2014/main" id="{5E0C9EBE-EAD3-E6F4-7052-4672F6741001}"/>
              </a:ext>
            </a:extLst>
          </p:cNvPr>
          <p:cNvSpPr/>
          <p:nvPr/>
        </p:nvSpPr>
        <p:spPr>
          <a:xfrm>
            <a:off x="9267807" y="-4947691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87D604-DD36-030C-B406-93002FA475F8}"/>
              </a:ext>
            </a:extLst>
          </p:cNvPr>
          <p:cNvSpPr/>
          <p:nvPr/>
        </p:nvSpPr>
        <p:spPr>
          <a:xfrm>
            <a:off x="18005951" y="3448322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19-23</a:t>
            </a:r>
          </a:p>
        </p:txBody>
      </p:sp>
      <p:sp>
        <p:nvSpPr>
          <p:cNvPr id="53" name="Up Arrow 52">
            <a:extLst>
              <a:ext uri="{FF2B5EF4-FFF2-40B4-BE49-F238E27FC236}">
                <a16:creationId xmlns:a16="http://schemas.microsoft.com/office/drawing/2014/main" id="{9ECCBBCE-6DCF-FAEE-6B7E-38E6BD044ACE}"/>
              </a:ext>
            </a:extLst>
          </p:cNvPr>
          <p:cNvSpPr/>
          <p:nvPr/>
        </p:nvSpPr>
        <p:spPr>
          <a:xfrm>
            <a:off x="11538479" y="-5024186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C2A77AF6-EA13-4EF4-BBFF-2C080065D292}"/>
              </a:ext>
            </a:extLst>
          </p:cNvPr>
          <p:cNvSpPr/>
          <p:nvPr/>
        </p:nvSpPr>
        <p:spPr>
          <a:xfrm>
            <a:off x="19787805" y="3439189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26-28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5CCDBF-2597-95CE-7796-151333A22757}"/>
              </a:ext>
            </a:extLst>
          </p:cNvPr>
          <p:cNvSpPr txBox="1"/>
          <p:nvPr/>
        </p:nvSpPr>
        <p:spPr>
          <a:xfrm>
            <a:off x="7690338" y="103397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17747E-0D89-D275-3B1D-FA4073E21E2F}"/>
              </a:ext>
            </a:extLst>
          </p:cNvPr>
          <p:cNvSpPr txBox="1"/>
          <p:nvPr/>
        </p:nvSpPr>
        <p:spPr>
          <a:xfrm>
            <a:off x="-24858" y="7064756"/>
            <a:ext cx="12241718" cy="7694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Jesus with the People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A4BD254-B82D-FC5A-D4CE-6526485417BA}"/>
              </a:ext>
            </a:extLst>
          </p:cNvPr>
          <p:cNvSpPr/>
          <p:nvPr/>
        </p:nvSpPr>
        <p:spPr>
          <a:xfrm>
            <a:off x="4113041" y="-1088136"/>
            <a:ext cx="396591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Sermons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3363895-5067-6384-9594-499D89A4AF00}"/>
              </a:ext>
            </a:extLst>
          </p:cNvPr>
          <p:cNvSpPr/>
          <p:nvPr/>
        </p:nvSpPr>
        <p:spPr>
          <a:xfrm>
            <a:off x="3382531" y="7064756"/>
            <a:ext cx="542693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Stories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364A09D-8E8B-E469-E1CA-D9FD4A0B84B9}"/>
              </a:ext>
            </a:extLst>
          </p:cNvPr>
          <p:cNvSpPr/>
          <p:nvPr/>
        </p:nvSpPr>
        <p:spPr>
          <a:xfrm>
            <a:off x="4113041" y="-1088136"/>
            <a:ext cx="396591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Teaching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FB72EE9-907B-84D1-5D25-29FEA8639B1E}"/>
              </a:ext>
            </a:extLst>
          </p:cNvPr>
          <p:cNvSpPr/>
          <p:nvPr/>
        </p:nvSpPr>
        <p:spPr>
          <a:xfrm>
            <a:off x="3663461" y="7064756"/>
            <a:ext cx="486507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Validating Authority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0EBBEF-7E96-95E5-9C42-EF11CC4D0A00}"/>
              </a:ext>
            </a:extLst>
          </p:cNvPr>
          <p:cNvSpPr/>
          <p:nvPr/>
        </p:nvSpPr>
        <p:spPr>
          <a:xfrm>
            <a:off x="3583011" y="7064756"/>
            <a:ext cx="5025977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Authoritative Deeds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8305D3-4842-9A31-C7E6-4BE3313936E9}"/>
              </a:ext>
            </a:extLst>
          </p:cNvPr>
          <p:cNvSpPr/>
          <p:nvPr/>
        </p:nvSpPr>
        <p:spPr>
          <a:xfrm>
            <a:off x="2286000" y="-1088136"/>
            <a:ext cx="7620000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Authoritative Teachings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CC00F8-DFC8-9995-C6C2-B1B8B76A3728}"/>
              </a:ext>
            </a:extLst>
          </p:cNvPr>
          <p:cNvSpPr txBox="1"/>
          <p:nvPr/>
        </p:nvSpPr>
        <p:spPr>
          <a:xfrm>
            <a:off x="1123950" y="3003550"/>
            <a:ext cx="223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7:28-29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96798801-4A29-66FC-A229-E720607C0001}"/>
              </a:ext>
            </a:extLst>
          </p:cNvPr>
          <p:cNvSpPr/>
          <p:nvPr/>
        </p:nvSpPr>
        <p:spPr>
          <a:xfrm rot="1733747">
            <a:off x="3254548" y="2344615"/>
            <a:ext cx="1802707" cy="987552"/>
          </a:xfrm>
          <a:prstGeom prst="rightArrow">
            <a:avLst/>
          </a:prstGeom>
          <a:gradFill flip="none" rotWithShape="1">
            <a:gsLst>
              <a:gs pos="0">
                <a:srgbClr val="FFFF00"/>
              </a:gs>
              <a:gs pos="55000">
                <a:schemeClr val="accent3">
                  <a:lumMod val="75000"/>
                </a:schemeClr>
              </a:gs>
              <a:gs pos="100000">
                <a:schemeClr val="accent3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F7994486-6D46-F173-C981-812E75CE18E3}"/>
              </a:ext>
            </a:extLst>
          </p:cNvPr>
          <p:cNvSpPr/>
          <p:nvPr/>
        </p:nvSpPr>
        <p:spPr>
          <a:xfrm rot="19866253">
            <a:off x="7134745" y="2344615"/>
            <a:ext cx="1802707" cy="987552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45000">
                <a:schemeClr val="accent3">
                  <a:lumMod val="75000"/>
                </a:schemeClr>
              </a:gs>
              <a:gs pos="100000">
                <a:srgbClr val="FFFF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9495DA-4BCD-7DD1-4B03-B4EBF1A9BE8E}"/>
              </a:ext>
            </a:extLst>
          </p:cNvPr>
          <p:cNvSpPr txBox="1"/>
          <p:nvPr/>
        </p:nvSpPr>
        <p:spPr>
          <a:xfrm rot="1733747">
            <a:off x="3344253" y="1810595"/>
            <a:ext cx="223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8:1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75B655-4511-E096-786C-63A7D74C9AB3}"/>
              </a:ext>
            </a:extLst>
          </p:cNvPr>
          <p:cNvSpPr txBox="1"/>
          <p:nvPr/>
        </p:nvSpPr>
        <p:spPr>
          <a:xfrm>
            <a:off x="4978400" y="4061832"/>
            <a:ext cx="2235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Healing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Aptos" panose="02110004020202020204"/>
              </a:rPr>
              <a:t>Belief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Disbelief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Aptos" panose="02110004020202020204"/>
              </a:rPr>
              <a:t>Authority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D26D48-2369-93F4-E96E-8D1502A08ED2}"/>
              </a:ext>
            </a:extLst>
          </p:cNvPr>
          <p:cNvSpPr txBox="1"/>
          <p:nvPr/>
        </p:nvSpPr>
        <p:spPr>
          <a:xfrm rot="19866253">
            <a:off x="6612547" y="1810595"/>
            <a:ext cx="223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9:36-38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66F17B-9E32-8D88-A8BF-C9AF88D3456D}"/>
              </a:ext>
            </a:extLst>
          </p:cNvPr>
          <p:cNvSpPr txBox="1"/>
          <p:nvPr/>
        </p:nvSpPr>
        <p:spPr>
          <a:xfrm>
            <a:off x="8832850" y="3003550"/>
            <a:ext cx="223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10:1-5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F63A7C-EA15-0611-4A4F-3BD5A8BB1084}"/>
              </a:ext>
            </a:extLst>
          </p:cNvPr>
          <p:cNvSpPr/>
          <p:nvPr/>
        </p:nvSpPr>
        <p:spPr>
          <a:xfrm>
            <a:off x="3730483" y="4154622"/>
            <a:ext cx="5025977" cy="24617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832D82-2A1B-F4DA-706C-668AEAA1C8D2}"/>
              </a:ext>
            </a:extLst>
          </p:cNvPr>
          <p:cNvSpPr txBox="1"/>
          <p:nvPr/>
        </p:nvSpPr>
        <p:spPr>
          <a:xfrm>
            <a:off x="4978400" y="4061832"/>
            <a:ext cx="223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prstClr val="white"/>
                </a:solidFill>
                <a:latin typeface="Aptos" panose="02110004020202020204"/>
              </a:rPr>
              <a:t>9:28-29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44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7" grpId="0" animBg="1"/>
      <p:bldP spid="35" grpId="0" animBg="1"/>
      <p:bldP spid="38" grpId="0"/>
      <p:bldP spid="48" grpId="0"/>
      <p:bldP spid="58" grpId="0"/>
      <p:bldP spid="60" grpId="0"/>
      <p:bldP spid="56" grpId="0" animBg="1"/>
      <p:bldP spid="5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B21C0-DE41-174F-E751-075C1980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E8EF-3C68-C341-221B-B372926E9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22" y="40198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 of Matthew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A132A0-29DD-41A9-4BF7-4784E9269B82}"/>
              </a:ext>
            </a:extLst>
          </p:cNvPr>
          <p:cNvGrpSpPr/>
          <p:nvPr/>
        </p:nvGrpSpPr>
        <p:grpSpPr>
          <a:xfrm>
            <a:off x="-2261755" y="-3440582"/>
            <a:ext cx="9825059" cy="1415772"/>
            <a:chOff x="-118257" y="2721114"/>
            <a:chExt cx="9825059" cy="141577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1FC86EA-F9DF-89AB-0469-46A76F1EC2F2}"/>
                </a:ext>
              </a:extLst>
            </p:cNvPr>
            <p:cNvGrpSpPr/>
            <p:nvPr/>
          </p:nvGrpSpPr>
          <p:grpSpPr>
            <a:xfrm>
              <a:off x="-118257" y="2721114"/>
              <a:ext cx="2546430" cy="1415772"/>
              <a:chOff x="-118257" y="2721114"/>
              <a:chExt cx="2546430" cy="1415772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6AF32D-C119-BEF1-50A8-EC537BFD8CCE}"/>
                  </a:ext>
                </a:extLst>
              </p:cNvPr>
              <p:cNvSpPr txBox="1"/>
              <p:nvPr/>
            </p:nvSpPr>
            <p:spPr>
              <a:xfrm>
                <a:off x="5536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1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05281C-AF37-5DB3-EAF0-1E7D13793BBC}"/>
                  </a:ext>
                </a:extLst>
              </p:cNvPr>
              <p:cNvSpPr txBox="1"/>
              <p:nvPr/>
            </p:nvSpPr>
            <p:spPr>
              <a:xfrm>
                <a:off x="-118257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Genesis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11A598D-CDE2-F37C-BD22-64725CA34D9C}"/>
                </a:ext>
              </a:extLst>
            </p:cNvPr>
            <p:cNvGrpSpPr/>
            <p:nvPr/>
          </p:nvGrpSpPr>
          <p:grpSpPr>
            <a:xfrm>
              <a:off x="2173528" y="2721114"/>
              <a:ext cx="2627455" cy="1415772"/>
              <a:chOff x="2173528" y="2721114"/>
              <a:chExt cx="2627455" cy="141577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A8CAB68-B72B-A26A-2A17-B84C6C550300}"/>
                  </a:ext>
                </a:extLst>
              </p:cNvPr>
              <p:cNvSpPr txBox="1"/>
              <p:nvPr/>
            </p:nvSpPr>
            <p:spPr>
              <a:xfrm>
                <a:off x="2428173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2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D3B43CA-CD78-FD6F-29CA-59EF43F0FFE9}"/>
                  </a:ext>
                </a:extLst>
              </p:cNvPr>
              <p:cNvSpPr txBox="1"/>
              <p:nvPr/>
            </p:nvSpPr>
            <p:spPr>
              <a:xfrm>
                <a:off x="217352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Exodus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57F0963-6554-21F7-6430-CB4A9AD0FE1A}"/>
                </a:ext>
              </a:extLst>
            </p:cNvPr>
            <p:cNvGrpSpPr/>
            <p:nvPr/>
          </p:nvGrpSpPr>
          <p:grpSpPr>
            <a:xfrm>
              <a:off x="4835708" y="2721114"/>
              <a:ext cx="2430680" cy="1415772"/>
              <a:chOff x="4835708" y="2721114"/>
              <a:chExt cx="2430680" cy="141577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D9F9E2F-772A-9685-C848-9DE5FDBAFA37}"/>
                  </a:ext>
                </a:extLst>
              </p:cNvPr>
              <p:cNvSpPr txBox="1"/>
              <p:nvPr/>
            </p:nvSpPr>
            <p:spPr>
              <a:xfrm>
                <a:off x="4893578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3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CFFB70-088D-754B-E23C-6B2E8B18A5B7}"/>
                  </a:ext>
                </a:extLst>
              </p:cNvPr>
              <p:cNvSpPr txBox="1"/>
              <p:nvPr/>
            </p:nvSpPr>
            <p:spPr>
              <a:xfrm>
                <a:off x="4835708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Leviticus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E469537-DC9F-BF53-7D41-FDC1775BF153}"/>
                </a:ext>
              </a:extLst>
            </p:cNvPr>
            <p:cNvGrpSpPr/>
            <p:nvPr/>
          </p:nvGrpSpPr>
          <p:grpSpPr>
            <a:xfrm>
              <a:off x="7310842" y="2721114"/>
              <a:ext cx="2395960" cy="1415772"/>
              <a:chOff x="7310842" y="2721114"/>
              <a:chExt cx="2395960" cy="141577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8DAFE2-84D3-9D6F-6A62-E20AB20B8000}"/>
                  </a:ext>
                </a:extLst>
              </p:cNvPr>
              <p:cNvSpPr txBox="1"/>
              <p:nvPr/>
            </p:nvSpPr>
            <p:spPr>
              <a:xfrm>
                <a:off x="7333992" y="2721114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Chapter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F3ABC34-6B47-FED6-ACC8-3214DE758B39}"/>
                  </a:ext>
                </a:extLst>
              </p:cNvPr>
              <p:cNvSpPr txBox="1"/>
              <p:nvPr/>
            </p:nvSpPr>
            <p:spPr>
              <a:xfrm>
                <a:off x="7310842" y="3429000"/>
                <a:ext cx="237281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Numbers</a:t>
                </a:r>
              </a:p>
            </p:txBody>
          </p:sp>
        </p:grpSp>
      </p:grpSp>
      <p:sp>
        <p:nvSpPr>
          <p:cNvPr id="12" name="Chapters 5-28">
            <a:extLst>
              <a:ext uri="{FF2B5EF4-FFF2-40B4-BE49-F238E27FC236}">
                <a16:creationId xmlns:a16="http://schemas.microsoft.com/office/drawing/2014/main" id="{01D4A7A8-AC04-2F04-4E3B-B496DD382C7E}"/>
              </a:ext>
            </a:extLst>
          </p:cNvPr>
          <p:cNvSpPr txBox="1"/>
          <p:nvPr/>
        </p:nvSpPr>
        <p:spPr>
          <a:xfrm>
            <a:off x="4488688" y="-4660454"/>
            <a:ext cx="2372810" cy="7078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Chapters 5–28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48A066-0BF7-66E1-21DF-06A46B8F2A31}"/>
              </a:ext>
            </a:extLst>
          </p:cNvPr>
          <p:cNvSpPr txBox="1"/>
          <p:nvPr/>
        </p:nvSpPr>
        <p:spPr>
          <a:xfrm>
            <a:off x="925546" y="-7116061"/>
            <a:ext cx="37158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Deuteronomy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ACAEFA-37AF-979E-3146-BB33F135A5C4}"/>
              </a:ext>
            </a:extLst>
          </p:cNvPr>
          <p:cNvSpPr txBox="1"/>
          <p:nvPr/>
        </p:nvSpPr>
        <p:spPr>
          <a:xfrm>
            <a:off x="0" y="1600200"/>
            <a:ext cx="12192000" cy="7694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New Moses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387722-D81A-5EA9-237A-A175892802FE}"/>
              </a:ext>
            </a:extLst>
          </p:cNvPr>
          <p:cNvSpPr txBox="1"/>
          <p:nvPr/>
        </p:nvSpPr>
        <p:spPr>
          <a:xfrm>
            <a:off x="1086910" y="-6547454"/>
            <a:ext cx="4594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Moses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3F66EB-3147-2420-0DBD-B8C495250AB6}"/>
              </a:ext>
            </a:extLst>
          </p:cNvPr>
          <p:cNvSpPr txBox="1"/>
          <p:nvPr/>
        </p:nvSpPr>
        <p:spPr>
          <a:xfrm>
            <a:off x="8074366" y="-3964677"/>
            <a:ext cx="37517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Matthew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C1928F-E42D-D08F-B40E-FA36BD5A46D0}"/>
              </a:ext>
            </a:extLst>
          </p:cNvPr>
          <p:cNvSpPr txBox="1"/>
          <p:nvPr/>
        </p:nvSpPr>
        <p:spPr>
          <a:xfrm>
            <a:off x="8074366" y="-3394416"/>
            <a:ext cx="371587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- 5 sermons of Jesus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F1C8E1D-4998-C9F4-5808-4BAAC9F442F1}"/>
              </a:ext>
            </a:extLst>
          </p:cNvPr>
          <p:cNvSpPr/>
          <p:nvPr/>
        </p:nvSpPr>
        <p:spPr>
          <a:xfrm>
            <a:off x="762000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5-7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1EC0C5C-1D14-7DDC-270E-4D42B8A92416}"/>
              </a:ext>
            </a:extLst>
          </p:cNvPr>
          <p:cNvSpPr/>
          <p:nvPr/>
        </p:nvSpPr>
        <p:spPr>
          <a:xfrm>
            <a:off x="2994025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796CA22-D331-9789-3883-861EEDCF029D}"/>
              </a:ext>
            </a:extLst>
          </p:cNvPr>
          <p:cNvSpPr/>
          <p:nvPr/>
        </p:nvSpPr>
        <p:spPr>
          <a:xfrm>
            <a:off x="5226050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13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C1B9B6B-DFF9-78F5-EF56-363C339D8F90}"/>
              </a:ext>
            </a:extLst>
          </p:cNvPr>
          <p:cNvSpPr/>
          <p:nvPr/>
        </p:nvSpPr>
        <p:spPr>
          <a:xfrm>
            <a:off x="7458075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18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6736796-BFEA-CC74-85A8-3BE1B6190661}"/>
              </a:ext>
            </a:extLst>
          </p:cNvPr>
          <p:cNvSpPr/>
          <p:nvPr/>
        </p:nvSpPr>
        <p:spPr>
          <a:xfrm>
            <a:off x="9690100" y="2429611"/>
            <a:ext cx="1739900" cy="10033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24-25</a:t>
            </a:r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286C8F8C-AD69-8F5F-278C-6EFB1DF3B29E}"/>
              </a:ext>
            </a:extLst>
          </p:cNvPr>
          <p:cNvSpPr/>
          <p:nvPr/>
        </p:nvSpPr>
        <p:spPr>
          <a:xfrm>
            <a:off x="3033094" y="-3984611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Up Arrow 22">
            <a:extLst>
              <a:ext uri="{FF2B5EF4-FFF2-40B4-BE49-F238E27FC236}">
                <a16:creationId xmlns:a16="http://schemas.microsoft.com/office/drawing/2014/main" id="{9D601783-CB9C-CD18-A904-89271DE38DFA}"/>
              </a:ext>
            </a:extLst>
          </p:cNvPr>
          <p:cNvSpPr/>
          <p:nvPr/>
        </p:nvSpPr>
        <p:spPr>
          <a:xfrm>
            <a:off x="4921160" y="-3979863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Up Arrow 31">
            <a:extLst>
              <a:ext uri="{FF2B5EF4-FFF2-40B4-BE49-F238E27FC236}">
                <a16:creationId xmlns:a16="http://schemas.microsoft.com/office/drawing/2014/main" id="{6FF3975D-7DFB-32C6-77BF-D88F141BE749}"/>
              </a:ext>
            </a:extLst>
          </p:cNvPr>
          <p:cNvSpPr/>
          <p:nvPr/>
        </p:nvSpPr>
        <p:spPr>
          <a:xfrm>
            <a:off x="6809226" y="-3979863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Up Arrow 33">
            <a:extLst>
              <a:ext uri="{FF2B5EF4-FFF2-40B4-BE49-F238E27FC236}">
                <a16:creationId xmlns:a16="http://schemas.microsoft.com/office/drawing/2014/main" id="{494A4ACD-44EB-E20F-7536-B4050F524BA2}"/>
              </a:ext>
            </a:extLst>
          </p:cNvPr>
          <p:cNvSpPr/>
          <p:nvPr/>
        </p:nvSpPr>
        <p:spPr>
          <a:xfrm>
            <a:off x="8779737" y="-3984611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Up Arrow 35">
            <a:extLst>
              <a:ext uri="{FF2B5EF4-FFF2-40B4-BE49-F238E27FC236}">
                <a16:creationId xmlns:a16="http://schemas.microsoft.com/office/drawing/2014/main" id="{E1E21E73-2DF1-204E-789C-46EED52DC526}"/>
              </a:ext>
            </a:extLst>
          </p:cNvPr>
          <p:cNvSpPr/>
          <p:nvPr/>
        </p:nvSpPr>
        <p:spPr>
          <a:xfrm>
            <a:off x="10750248" y="-3989359"/>
            <a:ext cx="561367" cy="1453662"/>
          </a:xfrm>
          <a:prstGeom prst="up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Up Arrow 20">
            <a:extLst>
              <a:ext uri="{FF2B5EF4-FFF2-40B4-BE49-F238E27FC236}">
                <a16:creationId xmlns:a16="http://schemas.microsoft.com/office/drawing/2014/main" id="{E4CE0FEA-61FB-20C9-57F6-C5655667A384}"/>
              </a:ext>
            </a:extLst>
          </p:cNvPr>
          <p:cNvSpPr/>
          <p:nvPr/>
        </p:nvSpPr>
        <p:spPr>
          <a:xfrm>
            <a:off x="350321" y="-4783828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D120F2F-4E6F-7695-DCBF-DA07444A1781}"/>
              </a:ext>
            </a:extLst>
          </p:cNvPr>
          <p:cNvSpPr/>
          <p:nvPr/>
        </p:nvSpPr>
        <p:spPr>
          <a:xfrm>
            <a:off x="31306" y="3445882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1-4</a:t>
            </a:r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0F5146D9-C7DC-93D7-3B5E-A00F71D392CA}"/>
              </a:ext>
            </a:extLst>
          </p:cNvPr>
          <p:cNvSpPr/>
          <p:nvPr/>
        </p:nvSpPr>
        <p:spPr>
          <a:xfrm>
            <a:off x="2558900" y="-4893997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775BB0F-9B52-7942-B6A5-8111C02EB9C8}"/>
              </a:ext>
            </a:extLst>
          </p:cNvPr>
          <p:cNvSpPr/>
          <p:nvPr/>
        </p:nvSpPr>
        <p:spPr>
          <a:xfrm>
            <a:off x="1896813" y="3445882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8-9</a:t>
            </a:r>
          </a:p>
        </p:txBody>
      </p:sp>
      <p:sp>
        <p:nvSpPr>
          <p:cNvPr id="43" name="Up Arrow 42">
            <a:extLst>
              <a:ext uri="{FF2B5EF4-FFF2-40B4-BE49-F238E27FC236}">
                <a16:creationId xmlns:a16="http://schemas.microsoft.com/office/drawing/2014/main" id="{945D6989-270D-03D2-1D5B-81C57A3B3644}"/>
              </a:ext>
            </a:extLst>
          </p:cNvPr>
          <p:cNvSpPr/>
          <p:nvPr/>
        </p:nvSpPr>
        <p:spPr>
          <a:xfrm>
            <a:off x="4797341" y="-4796528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3F9F1BE-8E44-9FCF-5772-A2D804020FDC}"/>
              </a:ext>
            </a:extLst>
          </p:cNvPr>
          <p:cNvSpPr/>
          <p:nvPr/>
        </p:nvSpPr>
        <p:spPr>
          <a:xfrm>
            <a:off x="4108450" y="3451084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11-12</a:t>
            </a:r>
          </a:p>
        </p:txBody>
      </p:sp>
      <p:sp>
        <p:nvSpPr>
          <p:cNvPr id="49" name="Up Arrow 48">
            <a:extLst>
              <a:ext uri="{FF2B5EF4-FFF2-40B4-BE49-F238E27FC236}">
                <a16:creationId xmlns:a16="http://schemas.microsoft.com/office/drawing/2014/main" id="{F1307BC4-822C-313C-3ABA-D917E4A4DCE6}"/>
              </a:ext>
            </a:extLst>
          </p:cNvPr>
          <p:cNvSpPr/>
          <p:nvPr/>
        </p:nvSpPr>
        <p:spPr>
          <a:xfrm>
            <a:off x="7035782" y="-5024186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57DBA8C-B1F1-ACAA-75EE-A44E13EBC005}"/>
              </a:ext>
            </a:extLst>
          </p:cNvPr>
          <p:cNvSpPr/>
          <p:nvPr/>
        </p:nvSpPr>
        <p:spPr>
          <a:xfrm>
            <a:off x="6373695" y="3451894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14-17</a:t>
            </a:r>
          </a:p>
        </p:txBody>
      </p:sp>
      <p:sp>
        <p:nvSpPr>
          <p:cNvPr id="51" name="Up Arrow 50">
            <a:extLst>
              <a:ext uri="{FF2B5EF4-FFF2-40B4-BE49-F238E27FC236}">
                <a16:creationId xmlns:a16="http://schemas.microsoft.com/office/drawing/2014/main" id="{CB514F60-0ABA-199A-DF87-03A355698C41}"/>
              </a:ext>
            </a:extLst>
          </p:cNvPr>
          <p:cNvSpPr/>
          <p:nvPr/>
        </p:nvSpPr>
        <p:spPr>
          <a:xfrm>
            <a:off x="9267807" y="-4947691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7C54C22A-3E47-B407-CF8A-57832AF14C33}"/>
              </a:ext>
            </a:extLst>
          </p:cNvPr>
          <p:cNvSpPr/>
          <p:nvPr/>
        </p:nvSpPr>
        <p:spPr>
          <a:xfrm>
            <a:off x="8638940" y="3448322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19-23</a:t>
            </a:r>
          </a:p>
        </p:txBody>
      </p:sp>
      <p:sp>
        <p:nvSpPr>
          <p:cNvPr id="53" name="Up Arrow 52">
            <a:extLst>
              <a:ext uri="{FF2B5EF4-FFF2-40B4-BE49-F238E27FC236}">
                <a16:creationId xmlns:a16="http://schemas.microsoft.com/office/drawing/2014/main" id="{055944F7-493F-9739-9782-BAF15E2AAE64}"/>
              </a:ext>
            </a:extLst>
          </p:cNvPr>
          <p:cNvSpPr/>
          <p:nvPr/>
        </p:nvSpPr>
        <p:spPr>
          <a:xfrm>
            <a:off x="11538479" y="-5024186"/>
            <a:ext cx="575225" cy="2398346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8CBFFEFF-3B39-D504-216D-03438A632091}"/>
              </a:ext>
            </a:extLst>
          </p:cNvPr>
          <p:cNvSpPr/>
          <p:nvPr/>
        </p:nvSpPr>
        <p:spPr>
          <a:xfrm>
            <a:off x="10420794" y="3439189"/>
            <a:ext cx="1739900" cy="100330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26-28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D40D5A-1CC2-2AE4-BC5D-F4C454604F58}"/>
              </a:ext>
            </a:extLst>
          </p:cNvPr>
          <p:cNvSpPr txBox="1"/>
          <p:nvPr/>
        </p:nvSpPr>
        <p:spPr>
          <a:xfrm>
            <a:off x="7690338" y="103397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499655-C557-7D16-9E6E-80066D169397}"/>
              </a:ext>
            </a:extLst>
          </p:cNvPr>
          <p:cNvSpPr txBox="1"/>
          <p:nvPr/>
        </p:nvSpPr>
        <p:spPr>
          <a:xfrm>
            <a:off x="-24858" y="4559300"/>
            <a:ext cx="12241718" cy="7694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Jesus with the People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88DDD2-27AB-A232-8308-EB328159039E}"/>
              </a:ext>
            </a:extLst>
          </p:cNvPr>
          <p:cNvSpPr/>
          <p:nvPr/>
        </p:nvSpPr>
        <p:spPr>
          <a:xfrm>
            <a:off x="4113041" y="1600200"/>
            <a:ext cx="396591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Sermons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8AB367-604B-FA77-0636-224D83B4B17F}"/>
              </a:ext>
            </a:extLst>
          </p:cNvPr>
          <p:cNvSpPr/>
          <p:nvPr/>
        </p:nvSpPr>
        <p:spPr>
          <a:xfrm>
            <a:off x="3382531" y="4559300"/>
            <a:ext cx="542693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Stories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B68219A-110F-78CB-5626-4D971D16CD99}"/>
              </a:ext>
            </a:extLst>
          </p:cNvPr>
          <p:cNvSpPr/>
          <p:nvPr/>
        </p:nvSpPr>
        <p:spPr>
          <a:xfrm>
            <a:off x="4113041" y="1600200"/>
            <a:ext cx="396591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Teaching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C4CD519-7595-8CF3-E3F6-64D52EDC338F}"/>
              </a:ext>
            </a:extLst>
          </p:cNvPr>
          <p:cNvSpPr/>
          <p:nvPr/>
        </p:nvSpPr>
        <p:spPr>
          <a:xfrm>
            <a:off x="3663461" y="4559300"/>
            <a:ext cx="4865076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Validating Authority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467792-DD52-711E-BAA3-EB95C3092592}"/>
              </a:ext>
            </a:extLst>
          </p:cNvPr>
          <p:cNvSpPr/>
          <p:nvPr/>
        </p:nvSpPr>
        <p:spPr>
          <a:xfrm>
            <a:off x="3583011" y="4559300"/>
            <a:ext cx="5025977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Authoritative Deeds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D23588-239A-EB50-1588-F5FEB678CA00}"/>
              </a:ext>
            </a:extLst>
          </p:cNvPr>
          <p:cNvSpPr/>
          <p:nvPr/>
        </p:nvSpPr>
        <p:spPr>
          <a:xfrm>
            <a:off x="2286000" y="1600200"/>
            <a:ext cx="7620000" cy="7694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Authoritative Teachings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CC00F8-DFC8-9995-C6C2-B1B8B76A3728}"/>
              </a:ext>
            </a:extLst>
          </p:cNvPr>
          <p:cNvSpPr txBox="1"/>
          <p:nvPr/>
        </p:nvSpPr>
        <p:spPr>
          <a:xfrm>
            <a:off x="2235200" y="3351143"/>
            <a:ext cx="12700" cy="12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7:28-29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9495DA-4BCD-7DD1-4B03-B4EBF1A9BE8E}"/>
              </a:ext>
            </a:extLst>
          </p:cNvPr>
          <p:cNvSpPr txBox="1"/>
          <p:nvPr/>
        </p:nvSpPr>
        <p:spPr>
          <a:xfrm rot="1733747">
            <a:off x="4455503" y="2158188"/>
            <a:ext cx="12700" cy="12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8:1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75B655-4511-E096-786C-63A7D74C9AB3}"/>
              </a:ext>
            </a:extLst>
          </p:cNvPr>
          <p:cNvSpPr txBox="1"/>
          <p:nvPr/>
        </p:nvSpPr>
        <p:spPr>
          <a:xfrm>
            <a:off x="6089650" y="5332755"/>
            <a:ext cx="12700" cy="12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Healing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" dirty="0">
                <a:solidFill>
                  <a:prstClr val="white">
                    <a:alpha val="0"/>
                  </a:prstClr>
                </a:solidFill>
                <a:latin typeface="Aptos" panose="02110004020202020204"/>
              </a:rPr>
              <a:t>Belief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Disbelief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" dirty="0">
                <a:solidFill>
                  <a:prstClr val="white">
                    <a:alpha val="0"/>
                  </a:prstClr>
                </a:solidFill>
                <a:latin typeface="Aptos" panose="02110004020202020204"/>
              </a:rPr>
              <a:t>Authority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D26D48-2369-93F4-E96E-8D1502A08ED2}"/>
              </a:ext>
            </a:extLst>
          </p:cNvPr>
          <p:cNvSpPr txBox="1"/>
          <p:nvPr/>
        </p:nvSpPr>
        <p:spPr>
          <a:xfrm rot="19866253">
            <a:off x="7723797" y="2158188"/>
            <a:ext cx="12700" cy="12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9:36-38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66F17B-9E32-8D88-A8BF-C9AF88D3456D}"/>
              </a:ext>
            </a:extLst>
          </p:cNvPr>
          <p:cNvSpPr txBox="1"/>
          <p:nvPr/>
        </p:nvSpPr>
        <p:spPr>
          <a:xfrm>
            <a:off x="9944100" y="3351143"/>
            <a:ext cx="12700" cy="12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10:1-5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F63A7C-EA15-0611-4A4F-3BD5A8BB1084}"/>
              </a:ext>
            </a:extLst>
          </p:cNvPr>
          <p:cNvSpPr/>
          <p:nvPr/>
        </p:nvSpPr>
        <p:spPr>
          <a:xfrm>
            <a:off x="6237122" y="5379150"/>
            <a:ext cx="12700" cy="12700"/>
          </a:xfrm>
          <a:prstGeom prst="rect">
            <a:avLst/>
          </a:prstGeom>
        </p:spPr>
        <p:style>
          <a:lnRef idx="2">
            <a:schemeClr val="dk1">
              <a:shade val="15000"/>
              <a:alpha val="0"/>
            </a:schemeClr>
          </a:lnRef>
          <a:fillRef idx="1">
            <a:schemeClr val="dk1">
              <a:alpha val="0"/>
            </a:schemeClr>
          </a:fillRef>
          <a:effectRef idx="0">
            <a:schemeClr val="dk1">
              <a:alpha val="0"/>
            </a:schemeClr>
          </a:effectRef>
          <a:fontRef idx="minor">
            <a:schemeClr val="lt1">
              <a:alpha val="0"/>
            </a:schemeClr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alpha val="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832D82-2A1B-F4DA-706C-668AEAA1C8D2}"/>
              </a:ext>
            </a:extLst>
          </p:cNvPr>
          <p:cNvSpPr txBox="1"/>
          <p:nvPr/>
        </p:nvSpPr>
        <p:spPr>
          <a:xfrm>
            <a:off x="6089650" y="4409425"/>
            <a:ext cx="12700" cy="12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" dirty="0">
                <a:solidFill>
                  <a:prstClr val="white">
                    <a:alpha val="0"/>
                  </a:prstClr>
                </a:solidFill>
                <a:latin typeface="Aptos" panose="02110004020202020204"/>
              </a:rPr>
              <a:t>9:28-29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Right Arrow 34">
            <a:extLst>
              <a:ext uri="{FF2B5EF4-FFF2-40B4-BE49-F238E27FC236}">
                <a16:creationId xmlns:a16="http://schemas.microsoft.com/office/drawing/2014/main" id="{F7994486-6D46-F173-C981-812E75CE18E3}"/>
              </a:ext>
            </a:extLst>
          </p:cNvPr>
          <p:cNvSpPr/>
          <p:nvPr/>
        </p:nvSpPr>
        <p:spPr>
          <a:xfrm rot="19866253">
            <a:off x="7991030" y="2813702"/>
            <a:ext cx="90135" cy="49378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lumMod val="75000"/>
                  <a:alpha val="0"/>
                </a:schemeClr>
              </a:gs>
              <a:gs pos="45000">
                <a:schemeClr val="accent3">
                  <a:lumMod val="75000"/>
                  <a:alpha val="0"/>
                </a:schemeClr>
              </a:gs>
              <a:gs pos="100000">
                <a:srgbClr val="FFFF00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96798801-4A29-66FC-A229-E720607C0001}"/>
              </a:ext>
            </a:extLst>
          </p:cNvPr>
          <p:cNvSpPr/>
          <p:nvPr/>
        </p:nvSpPr>
        <p:spPr>
          <a:xfrm rot="1733747">
            <a:off x="4110833" y="2813702"/>
            <a:ext cx="90135" cy="49378"/>
          </a:xfrm>
          <a:prstGeom prst="rightArrow">
            <a:avLst/>
          </a:prstGeom>
          <a:gradFill flip="none" rotWithShape="1">
            <a:gsLst>
              <a:gs pos="0">
                <a:srgbClr val="FFFF00">
                  <a:alpha val="0"/>
                </a:srgbClr>
              </a:gs>
              <a:gs pos="55000">
                <a:schemeClr val="accent3">
                  <a:lumMod val="75000"/>
                  <a:alpha val="0"/>
                </a:schemeClr>
              </a:gs>
              <a:gs pos="100000">
                <a:schemeClr val="accent3">
                  <a:lumMod val="7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080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8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582</Words>
  <Application>Microsoft Macintosh PowerPoint</Application>
  <PresentationFormat>Widescreen</PresentationFormat>
  <Paragraphs>321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Structure of Matthew</vt:lpstr>
      <vt:lpstr>PowerPoint Presentation</vt:lpstr>
      <vt:lpstr>Structure of Matthew</vt:lpstr>
      <vt:lpstr>PowerPoint Presentation</vt:lpstr>
      <vt:lpstr>Structure of Matthew</vt:lpstr>
      <vt:lpstr>PowerPoint Presentation</vt:lpstr>
      <vt:lpstr>Structure of Matthew</vt:lpstr>
      <vt:lpstr>PowerPoint Presentation</vt:lpstr>
      <vt:lpstr>Structure of Matthew</vt:lpstr>
      <vt:lpstr>PowerPoint Presentation</vt:lpstr>
      <vt:lpstr>Structure of Matthew</vt:lpstr>
      <vt:lpstr>Structure of Matthew</vt:lpstr>
      <vt:lpstr>Structure of Matthew</vt:lpstr>
      <vt:lpstr>Structure of Matthew</vt:lpstr>
      <vt:lpstr>Structure of Matthew</vt:lpstr>
      <vt:lpstr>Structure of Matthew</vt:lpstr>
      <vt:lpstr>Structure of Matthew</vt:lpstr>
      <vt:lpstr>Structure of Matthew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Haub</dc:creator>
  <cp:lastModifiedBy>Josh Haub</cp:lastModifiedBy>
  <cp:revision>1</cp:revision>
  <dcterms:created xsi:type="dcterms:W3CDTF">2026-10-27T12:57:06Z</dcterms:created>
  <dcterms:modified xsi:type="dcterms:W3CDTF">2026-10-29T21:05:47Z</dcterms:modified>
</cp:coreProperties>
</file>